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Garamond" panose="02020404030301010803" pitchFamily="18" charset="0"/>
      <p:regular r:id="rId11"/>
      <p:bold r:id="rId12"/>
      <p:italic r:id="rId13"/>
      <p:boldItalic r:id="rId14"/>
    </p:embeddedFont>
    <p:embeddedFont>
      <p:font typeface="Oswald" panose="020F0502020204030204" pitchFamily="2" charset="0"/>
      <p:regular r:id="rId15"/>
      <p:bold r:id="rId16"/>
    </p:embeddedFont>
    <p:embeddedFont>
      <p:font typeface="Playfair Display" panose="020F0502020204030204"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tAgluoakn0iRZJATsi5yG0kkn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90"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customschemas.google.com/relationships/presentationmetadata" Target="metadata"/><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22d755e8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g322d755e863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2a74f8924a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a74f8924a_1_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x">
  <p:cSld name="TITLE_AND_BODY">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685800" y="1597820"/>
            <a:ext cx="7772400" cy="110252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1" name="Google Shape;11;p8"/>
          <p:cNvSpPr txBox="1">
            <a:spLocks noGrp="1"/>
          </p:cNvSpPr>
          <p:nvPr>
            <p:ph type="body" idx="1"/>
          </p:nvPr>
        </p:nvSpPr>
        <p:spPr>
          <a:xfrm>
            <a:off x="1371600" y="2914650"/>
            <a:ext cx="6400800" cy="1314450"/>
          </a:xfrm>
          <a:prstGeom prst="rect">
            <a:avLst/>
          </a:prstGeom>
          <a:noFill/>
          <a:ln>
            <a:noFill/>
          </a:ln>
        </p:spPr>
        <p:txBody>
          <a:bodyPr spcFirstLastPara="1" wrap="square" lIns="34275" tIns="34275" rIns="34275" bIns="34275" anchor="t" anchorCtr="0">
            <a:normAutofit/>
          </a:bodyPr>
          <a:lstStyle>
            <a:lvl1pPr marL="457200" lvl="0" indent="-228600" algn="ctr">
              <a:lnSpc>
                <a:spcPct val="100000"/>
              </a:lnSpc>
              <a:spcBef>
                <a:spcPts val="500"/>
              </a:spcBef>
              <a:spcAft>
                <a:spcPts val="0"/>
              </a:spcAft>
              <a:buClr>
                <a:srgbClr val="888888"/>
              </a:buClr>
              <a:buSzPts val="2400"/>
              <a:buFont typeface="Oswald"/>
              <a:buNone/>
              <a:defRPr sz="2400">
                <a:solidFill>
                  <a:srgbClr val="888888"/>
                </a:solidFill>
                <a:latin typeface="Oswald"/>
                <a:ea typeface="Oswald"/>
                <a:cs typeface="Oswald"/>
                <a:sym typeface="Oswald"/>
              </a:defRPr>
            </a:lvl1pPr>
            <a:lvl2pPr marL="914400" lvl="1" indent="-228600" algn="ctr">
              <a:lnSpc>
                <a:spcPct val="100000"/>
              </a:lnSpc>
              <a:spcBef>
                <a:spcPts val="500"/>
              </a:spcBef>
              <a:spcAft>
                <a:spcPts val="0"/>
              </a:spcAft>
              <a:buClr>
                <a:srgbClr val="888888"/>
              </a:buClr>
              <a:buSzPts val="2400"/>
              <a:buFont typeface="Oswald"/>
              <a:buNone/>
              <a:defRPr sz="2400">
                <a:solidFill>
                  <a:srgbClr val="888888"/>
                </a:solidFill>
                <a:latin typeface="Oswald"/>
                <a:ea typeface="Oswald"/>
                <a:cs typeface="Oswald"/>
                <a:sym typeface="Oswald"/>
              </a:defRPr>
            </a:lvl2pPr>
            <a:lvl3pPr marL="1371600" lvl="2" indent="-228600" algn="ctr">
              <a:lnSpc>
                <a:spcPct val="100000"/>
              </a:lnSpc>
              <a:spcBef>
                <a:spcPts val="500"/>
              </a:spcBef>
              <a:spcAft>
                <a:spcPts val="0"/>
              </a:spcAft>
              <a:buClr>
                <a:srgbClr val="888888"/>
              </a:buClr>
              <a:buSzPts val="2400"/>
              <a:buFont typeface="Oswald"/>
              <a:buNone/>
              <a:defRPr sz="2400">
                <a:solidFill>
                  <a:srgbClr val="888888"/>
                </a:solidFill>
                <a:latin typeface="Oswald"/>
                <a:ea typeface="Oswald"/>
                <a:cs typeface="Oswald"/>
                <a:sym typeface="Oswald"/>
              </a:defRPr>
            </a:lvl3pPr>
            <a:lvl4pPr marL="1828800" lvl="3" indent="-228600" algn="ctr">
              <a:lnSpc>
                <a:spcPct val="100000"/>
              </a:lnSpc>
              <a:spcBef>
                <a:spcPts val="500"/>
              </a:spcBef>
              <a:spcAft>
                <a:spcPts val="0"/>
              </a:spcAft>
              <a:buClr>
                <a:srgbClr val="888888"/>
              </a:buClr>
              <a:buSzPts val="2400"/>
              <a:buFont typeface="Oswald"/>
              <a:buNone/>
              <a:defRPr sz="2400">
                <a:solidFill>
                  <a:srgbClr val="888888"/>
                </a:solidFill>
                <a:latin typeface="Oswald"/>
                <a:ea typeface="Oswald"/>
                <a:cs typeface="Oswald"/>
                <a:sym typeface="Oswald"/>
              </a:defRPr>
            </a:lvl4pPr>
            <a:lvl5pPr marL="2286000" lvl="4" indent="-228600" algn="ctr">
              <a:lnSpc>
                <a:spcPct val="100000"/>
              </a:lnSpc>
              <a:spcBef>
                <a:spcPts val="500"/>
              </a:spcBef>
              <a:spcAft>
                <a:spcPts val="0"/>
              </a:spcAft>
              <a:buClr>
                <a:srgbClr val="888888"/>
              </a:buClr>
              <a:buSzPts val="2400"/>
              <a:buFont typeface="Oswald"/>
              <a:buNone/>
              <a:defRPr sz="2400">
                <a:solidFill>
                  <a:srgbClr val="888888"/>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2" name="Google Shape;12;p8"/>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13"/>
        <p:cNvGrpSpPr/>
        <p:nvPr/>
      </p:nvGrpSpPr>
      <p:grpSpPr>
        <a:xfrm>
          <a:off x="0" y="0"/>
          <a:ext cx="0" cy="0"/>
          <a:chOff x="0" y="0"/>
          <a:chExt cx="0" cy="0"/>
        </a:xfrm>
      </p:grpSpPr>
      <p:sp>
        <p:nvSpPr>
          <p:cNvPr id="14" name="Google Shape;14;p9"/>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5" name="Google Shape;15;p9"/>
          <p:cNvSpPr txBox="1">
            <a:spLocks noGrp="1"/>
          </p:cNvSpPr>
          <p:nvPr>
            <p:ph type="body" idx="1"/>
          </p:nvPr>
        </p:nvSpPr>
        <p:spPr>
          <a:xfrm>
            <a:off x="457200" y="821530"/>
            <a:ext cx="8229600" cy="3773092"/>
          </a:xfrm>
          <a:prstGeom prst="rect">
            <a:avLst/>
          </a:prstGeom>
          <a:noFill/>
          <a:ln>
            <a:noFill/>
          </a:ln>
        </p:spPr>
        <p:txBody>
          <a:bodyPr spcFirstLastPara="1" wrap="square" lIns="34275" tIns="34275" rIns="34275" bIns="34275" anchor="t" anchorCtr="0">
            <a:normAutofit/>
          </a:bodyPr>
          <a:lstStyle>
            <a:lvl1pPr marL="457200" lvl="0"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1pPr>
            <a:lvl2pPr marL="914400" lvl="1"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2pPr>
            <a:lvl3pPr marL="1371600" lvl="2"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3pPr>
            <a:lvl4pPr marL="1828800" lvl="3"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4pPr>
            <a:lvl5pPr marL="2286000" lvl="4"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16" name="Google Shape;16;p9"/>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311708" y="744574"/>
            <a:ext cx="8520601" cy="20526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5200"/>
              <a:buFont typeface="Arial"/>
              <a:buNone/>
              <a:defRPr sz="5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19" name="Google Shape;19;p10"/>
          <p:cNvSpPr txBox="1">
            <a:spLocks noGrp="1"/>
          </p:cNvSpPr>
          <p:nvPr>
            <p:ph type="body" idx="1"/>
          </p:nvPr>
        </p:nvSpPr>
        <p:spPr>
          <a:xfrm>
            <a:off x="311699" y="2834125"/>
            <a:ext cx="8520602" cy="7926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800"/>
              <a:buFont typeface="Arial"/>
              <a:buNone/>
              <a:defRPr sz="2800"/>
            </a:lvl1pPr>
            <a:lvl2pPr marL="914400" lvl="1" indent="-228600" algn="ctr">
              <a:lnSpc>
                <a:spcPct val="100000"/>
              </a:lnSpc>
              <a:spcBef>
                <a:spcPts val="0"/>
              </a:spcBef>
              <a:spcAft>
                <a:spcPts val="0"/>
              </a:spcAft>
              <a:buClr>
                <a:srgbClr val="585858"/>
              </a:buClr>
              <a:buSzPts val="2800"/>
              <a:buFont typeface="Arial"/>
              <a:buNone/>
              <a:defRPr sz="2800"/>
            </a:lvl2pPr>
            <a:lvl3pPr marL="1371600" lvl="2" indent="-228600" algn="ctr">
              <a:lnSpc>
                <a:spcPct val="100000"/>
              </a:lnSpc>
              <a:spcBef>
                <a:spcPts val="0"/>
              </a:spcBef>
              <a:spcAft>
                <a:spcPts val="0"/>
              </a:spcAft>
              <a:buClr>
                <a:srgbClr val="585858"/>
              </a:buClr>
              <a:buSzPts val="2800"/>
              <a:buFont typeface="Arial"/>
              <a:buNone/>
              <a:defRPr sz="2800"/>
            </a:lvl3pPr>
            <a:lvl4pPr marL="1828800" lvl="3" indent="-228600" algn="ctr">
              <a:lnSpc>
                <a:spcPct val="100000"/>
              </a:lnSpc>
              <a:spcBef>
                <a:spcPts val="0"/>
              </a:spcBef>
              <a:spcAft>
                <a:spcPts val="0"/>
              </a:spcAft>
              <a:buClr>
                <a:srgbClr val="585858"/>
              </a:buClr>
              <a:buSzPts val="2800"/>
              <a:buFont typeface="Arial"/>
              <a:buNone/>
              <a:defRPr sz="2800"/>
            </a:lvl4pPr>
            <a:lvl5pPr marL="2286000" lvl="4" indent="-228600" algn="ctr">
              <a:lnSpc>
                <a:spcPct val="100000"/>
              </a:lnSpc>
              <a:spcBef>
                <a:spcPts val="0"/>
              </a:spcBef>
              <a:spcAft>
                <a:spcPts val="0"/>
              </a:spcAft>
              <a:buClr>
                <a:srgbClr val="585858"/>
              </a:buClr>
              <a:buSzPts val="2800"/>
              <a:buFont typeface="Arial"/>
              <a:buNone/>
              <a:defRPr sz="28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0" name="Google Shape;20;p10"/>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311699" y="2150849"/>
            <a:ext cx="8520602" cy="841801"/>
          </a:xfrm>
          <a:prstGeom prst="rect">
            <a:avLst/>
          </a:prstGeom>
          <a:noFill/>
          <a:ln>
            <a:noFill/>
          </a:ln>
        </p:spPr>
        <p:txBody>
          <a:bodyPr spcFirstLastPara="1" wrap="square" lIns="91400" tIns="91400" rIns="91400" bIns="91400" anchor="ctr" anchorCtr="0">
            <a:normAutofit/>
          </a:bodyPr>
          <a:lstStyle>
            <a:lvl1pPr lvl="0" algn="ctr">
              <a:lnSpc>
                <a:spcPct val="100000"/>
              </a:lnSpc>
              <a:spcBef>
                <a:spcPts val="0"/>
              </a:spcBef>
              <a:spcAft>
                <a:spcPts val="0"/>
              </a:spcAft>
              <a:buClr>
                <a:srgbClr val="000000"/>
              </a:buClr>
              <a:buSzPts val="3600"/>
              <a:buFont typeface="Arial"/>
              <a:buNone/>
              <a:defRPr sz="36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3" name="Google Shape;23;p11"/>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24"/>
        <p:cNvGrpSpPr/>
        <p:nvPr/>
      </p:nvGrpSpPr>
      <p:grpSpPr>
        <a:xfrm>
          <a:off x="0" y="0"/>
          <a:ext cx="0" cy="0"/>
          <a:chOff x="0" y="0"/>
          <a:chExt cx="0" cy="0"/>
        </a:xfrm>
      </p:grpSpPr>
      <p:sp>
        <p:nvSpPr>
          <p:cNvPr id="25" name="Google Shape;25;p12"/>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26" name="Google Shape;26;p12"/>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27" name="Google Shape;27;p12"/>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8"/>
        <p:cNvGrpSpPr/>
        <p:nvPr/>
      </p:nvGrpSpPr>
      <p:grpSpPr>
        <a:xfrm>
          <a:off x="0" y="0"/>
          <a:ext cx="0" cy="0"/>
          <a:chOff x="0" y="0"/>
          <a:chExt cx="0" cy="0"/>
        </a:xfrm>
      </p:grpSpPr>
      <p:sp>
        <p:nvSpPr>
          <p:cNvPr id="29" name="Google Shape;29;p13"/>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0" name="Google Shape;30;p13"/>
          <p:cNvSpPr txBox="1">
            <a:spLocks noGrp="1"/>
          </p:cNvSpPr>
          <p:nvPr>
            <p:ph type="body" idx="1"/>
          </p:nvPr>
        </p:nvSpPr>
        <p:spPr>
          <a:xfrm>
            <a:off x="311699" y="1152475"/>
            <a:ext cx="3999902" cy="3416400"/>
          </a:xfrm>
          <a:prstGeom prst="rect">
            <a:avLst/>
          </a:prstGeom>
          <a:noFill/>
          <a:ln>
            <a:noFill/>
          </a:ln>
        </p:spPr>
        <p:txBody>
          <a:bodyPr spcFirstLastPara="1" wrap="square" lIns="91400" tIns="91400" rIns="91400" bIns="91400" anchor="t" anchorCtr="0">
            <a:normAutofit/>
          </a:bodyPr>
          <a:lstStyle>
            <a:lvl1pPr marL="457200" lvl="0" indent="-317500" algn="l">
              <a:lnSpc>
                <a:spcPct val="115000"/>
              </a:lnSpc>
              <a:spcBef>
                <a:spcPts val="0"/>
              </a:spcBef>
              <a:spcAft>
                <a:spcPts val="0"/>
              </a:spcAft>
              <a:buSzPts val="1400"/>
              <a:buChar char="●"/>
              <a:defRPr sz="1400"/>
            </a:lvl1pPr>
            <a:lvl2pPr marL="914400" lvl="1" indent="-317500" algn="l">
              <a:lnSpc>
                <a:spcPct val="115000"/>
              </a:lnSpc>
              <a:spcBef>
                <a:spcPts val="0"/>
              </a:spcBef>
              <a:spcAft>
                <a:spcPts val="0"/>
              </a:spcAft>
              <a:buSzPts val="1400"/>
              <a:buChar char="○"/>
              <a:defRPr sz="1400"/>
            </a:lvl2pPr>
            <a:lvl3pPr marL="1371600" lvl="2" indent="-317500" algn="l">
              <a:lnSpc>
                <a:spcPct val="115000"/>
              </a:lnSpc>
              <a:spcBef>
                <a:spcPts val="0"/>
              </a:spcBef>
              <a:spcAft>
                <a:spcPts val="0"/>
              </a:spcAft>
              <a:buSzPts val="1400"/>
              <a:buChar char="■"/>
              <a:defRPr sz="1400"/>
            </a:lvl3pPr>
            <a:lvl4pPr marL="1828800" lvl="3" indent="-317500" algn="l">
              <a:lnSpc>
                <a:spcPct val="115000"/>
              </a:lnSpc>
              <a:spcBef>
                <a:spcPts val="0"/>
              </a:spcBef>
              <a:spcAft>
                <a:spcPts val="0"/>
              </a:spcAft>
              <a:buSzPts val="1400"/>
              <a:buChar char="●"/>
              <a:defRPr sz="1400"/>
            </a:lvl4pPr>
            <a:lvl5pPr marL="2286000" lvl="4" indent="-317500" algn="l">
              <a:lnSpc>
                <a:spcPct val="115000"/>
              </a:lnSpc>
              <a:spcBef>
                <a:spcPts val="0"/>
              </a:spcBef>
              <a:spcAft>
                <a:spcPts val="0"/>
              </a:spcAft>
              <a:buSzPts val="1400"/>
              <a:buChar char="○"/>
              <a:defRPr sz="14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1" name="Google Shape;31;p13"/>
          <p:cNvSpPr txBox="1">
            <a:spLocks noGrp="1"/>
          </p:cNvSpPr>
          <p:nvPr>
            <p:ph type="body" idx="2"/>
          </p:nvPr>
        </p:nvSpPr>
        <p:spPr>
          <a:xfrm>
            <a:off x="4832399" y="1152475"/>
            <a:ext cx="3999902" cy="3416400"/>
          </a:xfrm>
          <a:prstGeom prst="rect">
            <a:avLst/>
          </a:prstGeom>
          <a:noFill/>
          <a:ln>
            <a:noFill/>
          </a:ln>
        </p:spPr>
        <p:txBody>
          <a:bodyPr spcFirstLastPara="1" wrap="square" lIns="91400" tIns="91400" rIns="91400" bIns="91400"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2" name="Google Shape;32;p13"/>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3"/>
        <p:cNvGrpSpPr/>
        <p:nvPr/>
      </p:nvGrpSpPr>
      <p:grpSpPr>
        <a:xfrm>
          <a:off x="0" y="0"/>
          <a:ext cx="0" cy="0"/>
          <a:chOff x="0" y="0"/>
          <a:chExt cx="0" cy="0"/>
        </a:xfrm>
      </p:grpSpPr>
      <p:sp>
        <p:nvSpPr>
          <p:cNvPr id="34" name="Google Shape;34;p14"/>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5" name="Google Shape;35;p14"/>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36"/>
        <p:cNvGrpSpPr/>
        <p:nvPr/>
      </p:nvGrpSpPr>
      <p:grpSpPr>
        <a:xfrm>
          <a:off x="0" y="0"/>
          <a:ext cx="0" cy="0"/>
          <a:chOff x="0" y="0"/>
          <a:chExt cx="0" cy="0"/>
        </a:xfrm>
      </p:grpSpPr>
      <p:sp>
        <p:nvSpPr>
          <p:cNvPr id="37" name="Google Shape;37;p15"/>
          <p:cNvSpPr txBox="1">
            <a:spLocks noGrp="1"/>
          </p:cNvSpPr>
          <p:nvPr>
            <p:ph type="title"/>
          </p:nvPr>
        </p:nvSpPr>
        <p:spPr>
          <a:xfrm>
            <a:off x="311699" y="555600"/>
            <a:ext cx="2808001" cy="755700"/>
          </a:xfrm>
          <a:prstGeom prst="rect">
            <a:avLst/>
          </a:prstGeom>
          <a:noFill/>
          <a:ln>
            <a:noFill/>
          </a:ln>
        </p:spPr>
        <p:txBody>
          <a:bodyPr spcFirstLastPara="1" wrap="square" lIns="91400" tIns="91400" rIns="91400" bIns="91400" anchor="b" anchorCtr="0">
            <a:normAutofit/>
          </a:bodyPr>
          <a:lstStyle>
            <a:lvl1pPr lvl="0" algn="l">
              <a:lnSpc>
                <a:spcPct val="100000"/>
              </a:lnSpc>
              <a:spcBef>
                <a:spcPts val="0"/>
              </a:spcBef>
              <a:spcAft>
                <a:spcPts val="0"/>
              </a:spcAft>
              <a:buClr>
                <a:srgbClr val="000000"/>
              </a:buClr>
              <a:buSzPts val="2400"/>
              <a:buFont typeface="Arial"/>
              <a:buNone/>
              <a:defRPr sz="24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38" name="Google Shape;38;p15"/>
          <p:cNvSpPr txBox="1">
            <a:spLocks noGrp="1"/>
          </p:cNvSpPr>
          <p:nvPr>
            <p:ph type="body" idx="1"/>
          </p:nvPr>
        </p:nvSpPr>
        <p:spPr>
          <a:xfrm>
            <a:off x="311699" y="1389599"/>
            <a:ext cx="2808001" cy="3179401"/>
          </a:xfrm>
          <a:prstGeom prst="rect">
            <a:avLst/>
          </a:prstGeom>
          <a:noFill/>
          <a:ln>
            <a:noFill/>
          </a:ln>
        </p:spPr>
        <p:txBody>
          <a:bodyPr spcFirstLastPara="1" wrap="square" lIns="91400" tIns="91400" rIns="91400" bIns="91400"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39" name="Google Shape;39;p15"/>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90250" y="450149"/>
            <a:ext cx="6367801" cy="4090801"/>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000000"/>
              </a:buClr>
              <a:buSzPts val="4800"/>
              <a:buFont typeface="Arial"/>
              <a:buNone/>
              <a:defRPr sz="48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42" name="Google Shape;42;p16"/>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43"/>
        <p:cNvGrpSpPr/>
        <p:nvPr/>
      </p:nvGrpSpPr>
      <p:grpSpPr>
        <a:xfrm>
          <a:off x="0" y="0"/>
          <a:ext cx="0" cy="0"/>
          <a:chOff x="0" y="0"/>
          <a:chExt cx="0" cy="0"/>
        </a:xfrm>
      </p:grpSpPr>
      <p:sp>
        <p:nvSpPr>
          <p:cNvPr id="44" name="Google Shape;44;p17"/>
          <p:cNvSpPr/>
          <p:nvPr/>
        </p:nvSpPr>
        <p:spPr>
          <a:xfrm>
            <a:off x="4572000" y="-125"/>
            <a:ext cx="4572000" cy="5143501"/>
          </a:xfrm>
          <a:prstGeom prst="rect">
            <a:avLst/>
          </a:prstGeom>
          <a:solidFill>
            <a:srgbClr val="EEEEEE"/>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7"/>
          <p:cNvSpPr txBox="1">
            <a:spLocks noGrp="1"/>
          </p:cNvSpPr>
          <p:nvPr>
            <p:ph type="title"/>
          </p:nvPr>
        </p:nvSpPr>
        <p:spPr>
          <a:xfrm>
            <a:off x="265500" y="1233175"/>
            <a:ext cx="4045200" cy="1482301"/>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4200"/>
              <a:buFont typeface="Arial"/>
              <a:buNone/>
              <a:defRPr sz="42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46" name="Google Shape;46;p17"/>
          <p:cNvSpPr txBox="1">
            <a:spLocks noGrp="1"/>
          </p:cNvSpPr>
          <p:nvPr>
            <p:ph type="body" idx="1"/>
          </p:nvPr>
        </p:nvSpPr>
        <p:spPr>
          <a:xfrm>
            <a:off x="265500" y="2803075"/>
            <a:ext cx="4045200" cy="1235101"/>
          </a:xfrm>
          <a:prstGeom prst="rect">
            <a:avLst/>
          </a:prstGeom>
          <a:noFill/>
          <a:ln>
            <a:noFill/>
          </a:ln>
        </p:spPr>
        <p:txBody>
          <a:bodyPr spcFirstLastPara="1" wrap="square" lIns="91400" tIns="91400" rIns="91400" bIns="91400" anchor="t" anchorCtr="0">
            <a:normAutofit/>
          </a:bodyPr>
          <a:lstStyle>
            <a:lvl1pPr marL="457200" lvl="0" indent="-228600" algn="ctr">
              <a:lnSpc>
                <a:spcPct val="100000"/>
              </a:lnSpc>
              <a:spcBef>
                <a:spcPts val="0"/>
              </a:spcBef>
              <a:spcAft>
                <a:spcPts val="0"/>
              </a:spcAft>
              <a:buClr>
                <a:srgbClr val="585858"/>
              </a:buClr>
              <a:buSzPts val="2100"/>
              <a:buFont typeface="Arial"/>
              <a:buNone/>
              <a:defRPr sz="2100"/>
            </a:lvl1pPr>
            <a:lvl2pPr marL="914400" lvl="1" indent="-228600" algn="ctr">
              <a:lnSpc>
                <a:spcPct val="100000"/>
              </a:lnSpc>
              <a:spcBef>
                <a:spcPts val="0"/>
              </a:spcBef>
              <a:spcAft>
                <a:spcPts val="0"/>
              </a:spcAft>
              <a:buClr>
                <a:srgbClr val="585858"/>
              </a:buClr>
              <a:buSzPts val="2100"/>
              <a:buFont typeface="Arial"/>
              <a:buNone/>
              <a:defRPr sz="2100"/>
            </a:lvl2pPr>
            <a:lvl3pPr marL="1371600" lvl="2" indent="-228600" algn="ctr">
              <a:lnSpc>
                <a:spcPct val="100000"/>
              </a:lnSpc>
              <a:spcBef>
                <a:spcPts val="0"/>
              </a:spcBef>
              <a:spcAft>
                <a:spcPts val="0"/>
              </a:spcAft>
              <a:buClr>
                <a:srgbClr val="585858"/>
              </a:buClr>
              <a:buSzPts val="2100"/>
              <a:buFont typeface="Arial"/>
              <a:buNone/>
              <a:defRPr sz="2100"/>
            </a:lvl3pPr>
            <a:lvl4pPr marL="1828800" lvl="3" indent="-228600" algn="ctr">
              <a:lnSpc>
                <a:spcPct val="100000"/>
              </a:lnSpc>
              <a:spcBef>
                <a:spcPts val="0"/>
              </a:spcBef>
              <a:spcAft>
                <a:spcPts val="0"/>
              </a:spcAft>
              <a:buClr>
                <a:srgbClr val="585858"/>
              </a:buClr>
              <a:buSzPts val="2100"/>
              <a:buFont typeface="Arial"/>
              <a:buNone/>
              <a:defRPr sz="2100"/>
            </a:lvl4pPr>
            <a:lvl5pPr marL="2286000" lvl="4" indent="-228600" algn="ctr">
              <a:lnSpc>
                <a:spcPct val="100000"/>
              </a:lnSpc>
              <a:spcBef>
                <a:spcPts val="0"/>
              </a:spcBef>
              <a:spcAft>
                <a:spcPts val="0"/>
              </a:spcAft>
              <a:buClr>
                <a:srgbClr val="585858"/>
              </a:buClr>
              <a:buSzPts val="2100"/>
              <a:buFont typeface="Arial"/>
              <a:buNone/>
              <a:defRPr sz="2100"/>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7" name="Google Shape;47;p17"/>
          <p:cNvSpPr txBox="1">
            <a:spLocks noGrp="1"/>
          </p:cNvSpPr>
          <p:nvPr>
            <p:ph type="body" idx="2"/>
          </p:nvPr>
        </p:nvSpPr>
        <p:spPr>
          <a:xfrm>
            <a:off x="4939500" y="724074"/>
            <a:ext cx="3837000" cy="3695102"/>
          </a:xfrm>
          <a:prstGeom prst="rect">
            <a:avLst/>
          </a:prstGeom>
          <a:noFill/>
          <a:ln>
            <a:noFill/>
          </a:ln>
        </p:spPr>
        <p:txBody>
          <a:bodyPr spcFirstLastPara="1" wrap="square" lIns="91400" tIns="91400" rIns="91400" bIns="91400" anchor="ctr"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48" name="Google Shape;48;p17"/>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49"/>
        <p:cNvGrpSpPr/>
        <p:nvPr/>
      </p:nvGrpSpPr>
      <p:grpSpPr>
        <a:xfrm>
          <a:off x="0" y="0"/>
          <a:ext cx="0" cy="0"/>
          <a:chOff x="0" y="0"/>
          <a:chExt cx="0" cy="0"/>
        </a:xfrm>
      </p:grpSpPr>
      <p:sp>
        <p:nvSpPr>
          <p:cNvPr id="50" name="Google Shape;50;p18"/>
          <p:cNvSpPr txBox="1">
            <a:spLocks noGrp="1"/>
          </p:cNvSpPr>
          <p:nvPr>
            <p:ph type="body" idx="1"/>
          </p:nvPr>
        </p:nvSpPr>
        <p:spPr>
          <a:xfrm>
            <a:off x="311699" y="4230575"/>
            <a:ext cx="5998802" cy="6051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rgbClr val="585858"/>
              </a:buClr>
              <a:buSzPts val="1800"/>
              <a:buNone/>
              <a:defRPr/>
            </a:lvl1pPr>
          </a:lstStyle>
          <a:p>
            <a:endParaRPr/>
          </a:p>
        </p:txBody>
      </p:sp>
      <p:sp>
        <p:nvSpPr>
          <p:cNvPr id="51" name="Google Shape;51;p18"/>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52"/>
        <p:cNvGrpSpPr/>
        <p:nvPr/>
      </p:nvGrpSpPr>
      <p:grpSpPr>
        <a:xfrm>
          <a:off x="0" y="0"/>
          <a:ext cx="0" cy="0"/>
          <a:chOff x="0" y="0"/>
          <a:chExt cx="0" cy="0"/>
        </a:xfrm>
      </p:grpSpPr>
      <p:sp>
        <p:nvSpPr>
          <p:cNvPr id="53" name="Google Shape;53;p19"/>
          <p:cNvSpPr txBox="1">
            <a:spLocks noGrp="1"/>
          </p:cNvSpPr>
          <p:nvPr>
            <p:ph type="title" hasCustomPrompt="1"/>
          </p:nvPr>
        </p:nvSpPr>
        <p:spPr>
          <a:xfrm>
            <a:off x="311699" y="1106125"/>
            <a:ext cx="8520602" cy="1963500"/>
          </a:xfrm>
          <a:prstGeom prst="rect">
            <a:avLst/>
          </a:prstGeom>
          <a:noFill/>
          <a:ln>
            <a:noFill/>
          </a:ln>
        </p:spPr>
        <p:txBody>
          <a:bodyPr spcFirstLastPara="1" wrap="square" lIns="91400" tIns="91400" rIns="91400" bIns="91400" anchor="b" anchorCtr="0">
            <a:normAutofit/>
          </a:bodyPr>
          <a:lstStyle>
            <a:lvl1pPr lvl="0" algn="ctr">
              <a:lnSpc>
                <a:spcPct val="100000"/>
              </a:lnSpc>
              <a:spcBef>
                <a:spcPts val="0"/>
              </a:spcBef>
              <a:spcAft>
                <a:spcPts val="0"/>
              </a:spcAft>
              <a:buClr>
                <a:srgbClr val="000000"/>
              </a:buClr>
              <a:buSzPts val="12000"/>
              <a:buFont typeface="Arial"/>
              <a:buNone/>
              <a:defRPr sz="12000"/>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r>
              <a:t>xx%</a:t>
            </a:r>
          </a:p>
        </p:txBody>
      </p:sp>
      <p:sp>
        <p:nvSpPr>
          <p:cNvPr id="54" name="Google Shape;54;p19"/>
          <p:cNvSpPr txBox="1">
            <a:spLocks noGrp="1"/>
          </p:cNvSpPr>
          <p:nvPr>
            <p:ph type="body" idx="1"/>
          </p:nvPr>
        </p:nvSpPr>
        <p:spPr>
          <a:xfrm>
            <a:off x="311699" y="3152225"/>
            <a:ext cx="8520602" cy="1300800"/>
          </a:xfrm>
          <a:prstGeom prst="rect">
            <a:avLst/>
          </a:prstGeom>
          <a:noFill/>
          <a:ln>
            <a:noFill/>
          </a:ln>
        </p:spPr>
        <p:txBody>
          <a:bodyPr spcFirstLastPara="1" wrap="square" lIns="91400" tIns="91400" rIns="91400" bIns="91400" anchor="t" anchorCtr="0">
            <a:normAutofit/>
          </a:bodyPr>
          <a:lstStyle>
            <a:lvl1pPr marL="457200" lvl="0" indent="-342900" algn="ctr">
              <a:lnSpc>
                <a:spcPct val="115000"/>
              </a:lnSpc>
              <a:spcBef>
                <a:spcPts val="0"/>
              </a:spcBef>
              <a:spcAft>
                <a:spcPts val="0"/>
              </a:spcAft>
              <a:buSzPts val="1800"/>
              <a:buChar char="●"/>
              <a:defRPr/>
            </a:lvl1pPr>
            <a:lvl2pPr marL="914400" lvl="1" indent="-342900" algn="ctr">
              <a:lnSpc>
                <a:spcPct val="115000"/>
              </a:lnSpc>
              <a:spcBef>
                <a:spcPts val="0"/>
              </a:spcBef>
              <a:spcAft>
                <a:spcPts val="0"/>
              </a:spcAft>
              <a:buSzPts val="1800"/>
              <a:buChar char="○"/>
              <a:defRPr/>
            </a:lvl2pPr>
            <a:lvl3pPr marL="1371600" lvl="2" indent="-342900" algn="ctr">
              <a:lnSpc>
                <a:spcPct val="115000"/>
              </a:lnSpc>
              <a:spcBef>
                <a:spcPts val="0"/>
              </a:spcBef>
              <a:spcAft>
                <a:spcPts val="0"/>
              </a:spcAft>
              <a:buSzPts val="1800"/>
              <a:buChar char="■"/>
              <a:defRPr/>
            </a:lvl3pPr>
            <a:lvl4pPr marL="1828800" lvl="3" indent="-342900" algn="ctr">
              <a:lnSpc>
                <a:spcPct val="115000"/>
              </a:lnSpc>
              <a:spcBef>
                <a:spcPts val="0"/>
              </a:spcBef>
              <a:spcAft>
                <a:spcPts val="0"/>
              </a:spcAft>
              <a:buSzPts val="1800"/>
              <a:buChar char="●"/>
              <a:defRPr/>
            </a:lvl4pPr>
            <a:lvl5pPr marL="2286000" lvl="4" indent="-342900" algn="ctr">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55" name="Google Shape;55;p19"/>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0"/>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_HEADER">
  <p:cSld name="SECTION_HEADER 2">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722312" y="3305176"/>
            <a:ext cx="7772401" cy="1021557"/>
          </a:xfrm>
          <a:prstGeom prst="rect">
            <a:avLst/>
          </a:prstGeom>
          <a:noFill/>
          <a:ln>
            <a:noFill/>
          </a:ln>
        </p:spPr>
        <p:txBody>
          <a:bodyPr spcFirstLastPara="1" wrap="square" lIns="34275" tIns="34275" rIns="34275" bIns="34275" anchor="t" anchorCtr="0">
            <a:normAutofit/>
          </a:bodyPr>
          <a:lstStyle>
            <a:lvl1pPr lvl="0" algn="l">
              <a:lnSpc>
                <a:spcPct val="100000"/>
              </a:lnSpc>
              <a:spcBef>
                <a:spcPts val="0"/>
              </a:spcBef>
              <a:spcAft>
                <a:spcPts val="0"/>
              </a:spcAft>
              <a:buClr>
                <a:srgbClr val="000000"/>
              </a:buClr>
              <a:buSzPts val="3000"/>
              <a:buFont typeface="Oswald"/>
              <a:buNone/>
              <a:defRPr sz="3000" b="1">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60" name="Google Shape;60;p21"/>
          <p:cNvSpPr txBox="1">
            <a:spLocks noGrp="1"/>
          </p:cNvSpPr>
          <p:nvPr>
            <p:ph type="body" idx="1"/>
          </p:nvPr>
        </p:nvSpPr>
        <p:spPr>
          <a:xfrm>
            <a:off x="722312" y="2180034"/>
            <a:ext cx="7772401" cy="1125141"/>
          </a:xfrm>
          <a:prstGeom prst="rect">
            <a:avLst/>
          </a:prstGeom>
          <a:noFill/>
          <a:ln>
            <a:noFill/>
          </a:ln>
        </p:spPr>
        <p:txBody>
          <a:bodyPr spcFirstLastPara="1" wrap="square" lIns="34275" tIns="34275" rIns="34275" bIns="34275" anchor="b" anchorCtr="0">
            <a:normAutofit/>
          </a:bodyPr>
          <a:lstStyle>
            <a:lvl1pPr marL="457200" lvl="0" indent="-228600" algn="l">
              <a:lnSpc>
                <a:spcPct val="100000"/>
              </a:lnSpc>
              <a:spcBef>
                <a:spcPts val="300"/>
              </a:spcBef>
              <a:spcAft>
                <a:spcPts val="0"/>
              </a:spcAft>
              <a:buClr>
                <a:srgbClr val="888888"/>
              </a:buClr>
              <a:buSzPts val="1500"/>
              <a:buFont typeface="Oswald"/>
              <a:buNone/>
              <a:defRPr sz="1500">
                <a:solidFill>
                  <a:srgbClr val="888888"/>
                </a:solidFill>
                <a:latin typeface="Oswald"/>
                <a:ea typeface="Oswald"/>
                <a:cs typeface="Oswald"/>
                <a:sym typeface="Oswald"/>
              </a:defRPr>
            </a:lvl1pPr>
            <a:lvl2pPr marL="914400" lvl="1" indent="-228600" algn="l">
              <a:lnSpc>
                <a:spcPct val="100000"/>
              </a:lnSpc>
              <a:spcBef>
                <a:spcPts val="300"/>
              </a:spcBef>
              <a:spcAft>
                <a:spcPts val="0"/>
              </a:spcAft>
              <a:buClr>
                <a:srgbClr val="888888"/>
              </a:buClr>
              <a:buSzPts val="1500"/>
              <a:buFont typeface="Oswald"/>
              <a:buNone/>
              <a:defRPr sz="1500">
                <a:solidFill>
                  <a:srgbClr val="888888"/>
                </a:solidFill>
                <a:latin typeface="Oswald"/>
                <a:ea typeface="Oswald"/>
                <a:cs typeface="Oswald"/>
                <a:sym typeface="Oswald"/>
              </a:defRPr>
            </a:lvl2pPr>
            <a:lvl3pPr marL="1371600" lvl="2" indent="-228600" algn="l">
              <a:lnSpc>
                <a:spcPct val="100000"/>
              </a:lnSpc>
              <a:spcBef>
                <a:spcPts val="300"/>
              </a:spcBef>
              <a:spcAft>
                <a:spcPts val="0"/>
              </a:spcAft>
              <a:buClr>
                <a:srgbClr val="888888"/>
              </a:buClr>
              <a:buSzPts val="1500"/>
              <a:buFont typeface="Oswald"/>
              <a:buNone/>
              <a:defRPr sz="1500">
                <a:solidFill>
                  <a:srgbClr val="888888"/>
                </a:solidFill>
                <a:latin typeface="Oswald"/>
                <a:ea typeface="Oswald"/>
                <a:cs typeface="Oswald"/>
                <a:sym typeface="Oswald"/>
              </a:defRPr>
            </a:lvl3pPr>
            <a:lvl4pPr marL="1828800" lvl="3" indent="-228600" algn="l">
              <a:lnSpc>
                <a:spcPct val="100000"/>
              </a:lnSpc>
              <a:spcBef>
                <a:spcPts val="300"/>
              </a:spcBef>
              <a:spcAft>
                <a:spcPts val="0"/>
              </a:spcAft>
              <a:buClr>
                <a:srgbClr val="888888"/>
              </a:buClr>
              <a:buSzPts val="1500"/>
              <a:buFont typeface="Oswald"/>
              <a:buNone/>
              <a:defRPr sz="1500">
                <a:solidFill>
                  <a:srgbClr val="888888"/>
                </a:solidFill>
                <a:latin typeface="Oswald"/>
                <a:ea typeface="Oswald"/>
                <a:cs typeface="Oswald"/>
                <a:sym typeface="Oswald"/>
              </a:defRPr>
            </a:lvl4pPr>
            <a:lvl5pPr marL="2286000" lvl="4" indent="-228600" algn="l">
              <a:lnSpc>
                <a:spcPct val="100000"/>
              </a:lnSpc>
              <a:spcBef>
                <a:spcPts val="300"/>
              </a:spcBef>
              <a:spcAft>
                <a:spcPts val="0"/>
              </a:spcAft>
              <a:buClr>
                <a:srgbClr val="888888"/>
              </a:buClr>
              <a:buSzPts val="1500"/>
              <a:buFont typeface="Oswald"/>
              <a:buNone/>
              <a:defRPr sz="1500">
                <a:solidFill>
                  <a:srgbClr val="888888"/>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61" name="Google Shape;61;p21"/>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62"/>
        <p:cNvGrpSpPr/>
        <p:nvPr/>
      </p:nvGrpSpPr>
      <p:grpSpPr>
        <a:xfrm>
          <a:off x="0" y="0"/>
          <a:ext cx="0" cy="0"/>
          <a:chOff x="0" y="0"/>
          <a:chExt cx="0" cy="0"/>
        </a:xfrm>
      </p:grpSpPr>
      <p:sp>
        <p:nvSpPr>
          <p:cNvPr id="63" name="Google Shape;63;p22"/>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64" name="Google Shape;64;p22"/>
          <p:cNvSpPr txBox="1">
            <a:spLocks noGrp="1"/>
          </p:cNvSpPr>
          <p:nvPr>
            <p:ph type="body" idx="1"/>
          </p:nvPr>
        </p:nvSpPr>
        <p:spPr>
          <a:xfrm>
            <a:off x="457200" y="1200152"/>
            <a:ext cx="4038600" cy="3394472"/>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400"/>
              </a:spcBef>
              <a:spcAft>
                <a:spcPts val="0"/>
              </a:spcAft>
              <a:buClr>
                <a:srgbClr val="000000"/>
              </a:buClr>
              <a:buSzPts val="2100"/>
              <a:buChar char="•"/>
              <a:defRPr sz="2100">
                <a:solidFill>
                  <a:srgbClr val="000000"/>
                </a:solidFill>
                <a:latin typeface="Oswald"/>
                <a:ea typeface="Oswald"/>
                <a:cs typeface="Oswald"/>
                <a:sym typeface="Oswald"/>
              </a:defRPr>
            </a:lvl1pPr>
            <a:lvl2pPr marL="914400" lvl="1" indent="-361950" algn="l">
              <a:lnSpc>
                <a:spcPct val="100000"/>
              </a:lnSpc>
              <a:spcBef>
                <a:spcPts val="400"/>
              </a:spcBef>
              <a:spcAft>
                <a:spcPts val="0"/>
              </a:spcAft>
              <a:buClr>
                <a:srgbClr val="000000"/>
              </a:buClr>
              <a:buSzPts val="2100"/>
              <a:buChar char="–"/>
              <a:defRPr sz="2100">
                <a:solidFill>
                  <a:srgbClr val="000000"/>
                </a:solidFill>
                <a:latin typeface="Oswald"/>
                <a:ea typeface="Oswald"/>
                <a:cs typeface="Oswald"/>
                <a:sym typeface="Oswald"/>
              </a:defRPr>
            </a:lvl2pPr>
            <a:lvl3pPr marL="1371600" lvl="2" indent="-361950" algn="l">
              <a:lnSpc>
                <a:spcPct val="100000"/>
              </a:lnSpc>
              <a:spcBef>
                <a:spcPts val="400"/>
              </a:spcBef>
              <a:spcAft>
                <a:spcPts val="0"/>
              </a:spcAft>
              <a:buClr>
                <a:srgbClr val="000000"/>
              </a:buClr>
              <a:buSzPts val="2100"/>
              <a:buChar char="•"/>
              <a:defRPr sz="2100">
                <a:solidFill>
                  <a:srgbClr val="000000"/>
                </a:solidFill>
                <a:latin typeface="Oswald"/>
                <a:ea typeface="Oswald"/>
                <a:cs typeface="Oswald"/>
                <a:sym typeface="Oswald"/>
              </a:defRPr>
            </a:lvl3pPr>
            <a:lvl4pPr marL="1828800" lvl="3" indent="-361950" algn="l">
              <a:lnSpc>
                <a:spcPct val="100000"/>
              </a:lnSpc>
              <a:spcBef>
                <a:spcPts val="400"/>
              </a:spcBef>
              <a:spcAft>
                <a:spcPts val="0"/>
              </a:spcAft>
              <a:buClr>
                <a:srgbClr val="000000"/>
              </a:buClr>
              <a:buSzPts val="2100"/>
              <a:buChar char="–"/>
              <a:defRPr sz="2100">
                <a:solidFill>
                  <a:srgbClr val="000000"/>
                </a:solidFill>
                <a:latin typeface="Oswald"/>
                <a:ea typeface="Oswald"/>
                <a:cs typeface="Oswald"/>
                <a:sym typeface="Oswald"/>
              </a:defRPr>
            </a:lvl4pPr>
            <a:lvl5pPr marL="2286000" lvl="4" indent="-361950" algn="l">
              <a:lnSpc>
                <a:spcPct val="100000"/>
              </a:lnSpc>
              <a:spcBef>
                <a:spcPts val="400"/>
              </a:spcBef>
              <a:spcAft>
                <a:spcPts val="0"/>
              </a:spcAft>
              <a:buClr>
                <a:srgbClr val="000000"/>
              </a:buClr>
              <a:buSzPts val="2100"/>
              <a:buChar char="»"/>
              <a:defRPr sz="21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65" name="Google Shape;65;p22"/>
          <p:cNvSpPr txBox="1">
            <a:spLocks noGrp="1"/>
          </p:cNvSpPr>
          <p:nvPr>
            <p:ph type="body" idx="2"/>
          </p:nvPr>
        </p:nvSpPr>
        <p:spPr>
          <a:xfrm>
            <a:off x="4648200" y="1200152"/>
            <a:ext cx="4038600" cy="3394472"/>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66" name="Google Shape;66;p22"/>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69" name="Google Shape;69;p23"/>
          <p:cNvSpPr txBox="1">
            <a:spLocks noGrp="1"/>
          </p:cNvSpPr>
          <p:nvPr>
            <p:ph type="body" idx="1"/>
          </p:nvPr>
        </p:nvSpPr>
        <p:spPr>
          <a:xfrm>
            <a:off x="457200" y="1151334"/>
            <a:ext cx="4040188" cy="479823"/>
          </a:xfrm>
          <a:prstGeom prst="rect">
            <a:avLst/>
          </a:prstGeom>
          <a:noFill/>
          <a:ln>
            <a:noFill/>
          </a:ln>
        </p:spPr>
        <p:txBody>
          <a:bodyPr spcFirstLastPara="1" wrap="square" lIns="34275" tIns="34275" rIns="34275" bIns="34275" anchor="b" anchorCtr="0">
            <a:normAutofit/>
          </a:bodyPr>
          <a:lstStyle>
            <a:lvl1pPr marL="457200" lvl="0" indent="-228600" algn="l">
              <a:lnSpc>
                <a:spcPct val="100000"/>
              </a:lnSpc>
              <a:spcBef>
                <a:spcPts val="400"/>
              </a:spcBef>
              <a:spcAft>
                <a:spcPts val="0"/>
              </a:spcAft>
              <a:buClr>
                <a:srgbClr val="000000"/>
              </a:buClr>
              <a:buSzPts val="1800"/>
              <a:buFont typeface="Oswald"/>
              <a:buNone/>
              <a:defRPr b="1">
                <a:solidFill>
                  <a:srgbClr val="000000"/>
                </a:solidFill>
                <a:latin typeface="Oswald"/>
                <a:ea typeface="Oswald"/>
                <a:cs typeface="Oswald"/>
                <a:sym typeface="Oswald"/>
              </a:defRPr>
            </a:lvl1pPr>
            <a:lvl2pPr marL="914400" lvl="1" indent="-228600" algn="l">
              <a:lnSpc>
                <a:spcPct val="100000"/>
              </a:lnSpc>
              <a:spcBef>
                <a:spcPts val="400"/>
              </a:spcBef>
              <a:spcAft>
                <a:spcPts val="0"/>
              </a:spcAft>
              <a:buClr>
                <a:srgbClr val="000000"/>
              </a:buClr>
              <a:buSzPts val="1800"/>
              <a:buFont typeface="Oswald"/>
              <a:buNone/>
              <a:defRPr b="1">
                <a:solidFill>
                  <a:srgbClr val="000000"/>
                </a:solidFill>
                <a:latin typeface="Oswald"/>
                <a:ea typeface="Oswald"/>
                <a:cs typeface="Oswald"/>
                <a:sym typeface="Oswald"/>
              </a:defRPr>
            </a:lvl2pPr>
            <a:lvl3pPr marL="1371600" lvl="2" indent="-228600" algn="l">
              <a:lnSpc>
                <a:spcPct val="100000"/>
              </a:lnSpc>
              <a:spcBef>
                <a:spcPts val="400"/>
              </a:spcBef>
              <a:spcAft>
                <a:spcPts val="0"/>
              </a:spcAft>
              <a:buClr>
                <a:srgbClr val="000000"/>
              </a:buClr>
              <a:buSzPts val="1800"/>
              <a:buFont typeface="Oswald"/>
              <a:buNone/>
              <a:defRPr b="1">
                <a:solidFill>
                  <a:srgbClr val="000000"/>
                </a:solidFill>
                <a:latin typeface="Oswald"/>
                <a:ea typeface="Oswald"/>
                <a:cs typeface="Oswald"/>
                <a:sym typeface="Oswald"/>
              </a:defRPr>
            </a:lvl3pPr>
            <a:lvl4pPr marL="1828800" lvl="3" indent="-228600" algn="l">
              <a:lnSpc>
                <a:spcPct val="100000"/>
              </a:lnSpc>
              <a:spcBef>
                <a:spcPts val="400"/>
              </a:spcBef>
              <a:spcAft>
                <a:spcPts val="0"/>
              </a:spcAft>
              <a:buClr>
                <a:srgbClr val="000000"/>
              </a:buClr>
              <a:buSzPts val="1800"/>
              <a:buFont typeface="Oswald"/>
              <a:buNone/>
              <a:defRPr b="1">
                <a:solidFill>
                  <a:srgbClr val="000000"/>
                </a:solidFill>
                <a:latin typeface="Oswald"/>
                <a:ea typeface="Oswald"/>
                <a:cs typeface="Oswald"/>
                <a:sym typeface="Oswald"/>
              </a:defRPr>
            </a:lvl4pPr>
            <a:lvl5pPr marL="2286000" lvl="4" indent="-228600" algn="l">
              <a:lnSpc>
                <a:spcPct val="100000"/>
              </a:lnSpc>
              <a:spcBef>
                <a:spcPts val="400"/>
              </a:spcBef>
              <a:spcAft>
                <a:spcPts val="0"/>
              </a:spcAft>
              <a:buClr>
                <a:srgbClr val="000000"/>
              </a:buClr>
              <a:buSzPts val="1800"/>
              <a:buFont typeface="Oswald"/>
              <a:buNone/>
              <a:defRPr b="1">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0" name="Google Shape;70;p23"/>
          <p:cNvSpPr txBox="1">
            <a:spLocks noGrp="1"/>
          </p:cNvSpPr>
          <p:nvPr>
            <p:ph type="body" idx="2"/>
          </p:nvPr>
        </p:nvSpPr>
        <p:spPr>
          <a:xfrm>
            <a:off x="457200" y="1631156"/>
            <a:ext cx="4040188" cy="2963467"/>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1" name="Google Shape;71;p23"/>
          <p:cNvSpPr txBox="1">
            <a:spLocks noGrp="1"/>
          </p:cNvSpPr>
          <p:nvPr>
            <p:ph type="body" idx="3"/>
          </p:nvPr>
        </p:nvSpPr>
        <p:spPr>
          <a:xfrm>
            <a:off x="4645026" y="1151334"/>
            <a:ext cx="4041776" cy="479823"/>
          </a:xfrm>
          <a:prstGeom prst="rect">
            <a:avLst/>
          </a:prstGeom>
          <a:noFill/>
          <a:ln>
            <a:noFill/>
          </a:ln>
        </p:spPr>
        <p:txBody>
          <a:bodyPr spcFirstLastPara="1" wrap="square" lIns="34275" tIns="34275" rIns="34275" bIns="34275" anchor="b"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2" name="Google Shape;72;p23"/>
          <p:cNvSpPr txBox="1">
            <a:spLocks noGrp="1"/>
          </p:cNvSpPr>
          <p:nvPr>
            <p:ph type="body" idx="4"/>
          </p:nvPr>
        </p:nvSpPr>
        <p:spPr>
          <a:xfrm>
            <a:off x="4645026" y="1631156"/>
            <a:ext cx="4041776" cy="2963467"/>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73" name="Google Shape;73;p23"/>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ONLY">
  <p:cSld name="TITLE_ONLY 2">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76" name="Google Shape;76;p24"/>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2">
    <p:spTree>
      <p:nvGrpSpPr>
        <p:cNvPr id="1" name="Shape 77"/>
        <p:cNvGrpSpPr/>
        <p:nvPr/>
      </p:nvGrpSpPr>
      <p:grpSpPr>
        <a:xfrm>
          <a:off x="0" y="0"/>
          <a:ext cx="0" cy="0"/>
          <a:chOff x="0" y="0"/>
          <a:chExt cx="0" cy="0"/>
        </a:xfrm>
      </p:grpSpPr>
      <p:sp>
        <p:nvSpPr>
          <p:cNvPr id="78" name="Google Shape;78;p25"/>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457201" y="204788"/>
            <a:ext cx="3008314" cy="871538"/>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000000"/>
              </a:buClr>
              <a:buSzPts val="1500"/>
              <a:buFont typeface="Oswald"/>
              <a:buNone/>
              <a:defRPr sz="1500" b="1">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81" name="Google Shape;81;p26"/>
          <p:cNvSpPr txBox="1">
            <a:spLocks noGrp="1"/>
          </p:cNvSpPr>
          <p:nvPr>
            <p:ph type="body" idx="1"/>
          </p:nvPr>
        </p:nvSpPr>
        <p:spPr>
          <a:xfrm>
            <a:off x="3575050" y="204789"/>
            <a:ext cx="5111750" cy="4389837"/>
          </a:xfrm>
          <a:prstGeom prst="rect">
            <a:avLst/>
          </a:prstGeom>
          <a:noFill/>
          <a:ln>
            <a:noFill/>
          </a:ln>
        </p:spPr>
        <p:txBody>
          <a:bodyPr spcFirstLastPara="1" wrap="square" lIns="34275" tIns="34275" rIns="34275" bIns="34275" anchor="t" anchorCtr="0">
            <a:normAutofit/>
          </a:bodyPr>
          <a:lstStyle>
            <a:lvl1pPr marL="457200" lvl="0" indent="-381000" algn="l">
              <a:lnSpc>
                <a:spcPct val="100000"/>
              </a:lnSpc>
              <a:spcBef>
                <a:spcPts val="500"/>
              </a:spcBef>
              <a:spcAft>
                <a:spcPts val="0"/>
              </a:spcAft>
              <a:buClr>
                <a:srgbClr val="000000"/>
              </a:buClr>
              <a:buSzPts val="2400"/>
              <a:buChar char="•"/>
              <a:defRPr sz="2400">
                <a:solidFill>
                  <a:srgbClr val="000000"/>
                </a:solidFill>
                <a:latin typeface="Oswald"/>
                <a:ea typeface="Oswald"/>
                <a:cs typeface="Oswald"/>
                <a:sym typeface="Oswald"/>
              </a:defRPr>
            </a:lvl1pPr>
            <a:lvl2pPr marL="914400" lvl="1" indent="-381000" algn="l">
              <a:lnSpc>
                <a:spcPct val="100000"/>
              </a:lnSpc>
              <a:spcBef>
                <a:spcPts val="500"/>
              </a:spcBef>
              <a:spcAft>
                <a:spcPts val="0"/>
              </a:spcAft>
              <a:buClr>
                <a:srgbClr val="000000"/>
              </a:buClr>
              <a:buSzPts val="2400"/>
              <a:buChar char="–"/>
              <a:defRPr sz="2400">
                <a:solidFill>
                  <a:srgbClr val="000000"/>
                </a:solidFill>
                <a:latin typeface="Oswald"/>
                <a:ea typeface="Oswald"/>
                <a:cs typeface="Oswald"/>
                <a:sym typeface="Oswald"/>
              </a:defRPr>
            </a:lvl2pPr>
            <a:lvl3pPr marL="1371600" lvl="2" indent="-381000" algn="l">
              <a:lnSpc>
                <a:spcPct val="100000"/>
              </a:lnSpc>
              <a:spcBef>
                <a:spcPts val="500"/>
              </a:spcBef>
              <a:spcAft>
                <a:spcPts val="0"/>
              </a:spcAft>
              <a:buClr>
                <a:srgbClr val="000000"/>
              </a:buClr>
              <a:buSzPts val="2400"/>
              <a:buChar char="•"/>
              <a:defRPr sz="2400">
                <a:solidFill>
                  <a:srgbClr val="000000"/>
                </a:solidFill>
                <a:latin typeface="Oswald"/>
                <a:ea typeface="Oswald"/>
                <a:cs typeface="Oswald"/>
                <a:sym typeface="Oswald"/>
              </a:defRPr>
            </a:lvl3pPr>
            <a:lvl4pPr marL="1828800" lvl="3" indent="-381000" algn="l">
              <a:lnSpc>
                <a:spcPct val="100000"/>
              </a:lnSpc>
              <a:spcBef>
                <a:spcPts val="500"/>
              </a:spcBef>
              <a:spcAft>
                <a:spcPts val="0"/>
              </a:spcAft>
              <a:buClr>
                <a:srgbClr val="000000"/>
              </a:buClr>
              <a:buSzPts val="2400"/>
              <a:buChar char="–"/>
              <a:defRPr sz="2400">
                <a:solidFill>
                  <a:srgbClr val="000000"/>
                </a:solidFill>
                <a:latin typeface="Oswald"/>
                <a:ea typeface="Oswald"/>
                <a:cs typeface="Oswald"/>
                <a:sym typeface="Oswald"/>
              </a:defRPr>
            </a:lvl4pPr>
            <a:lvl5pPr marL="2286000" lvl="4" indent="-381000" algn="l">
              <a:lnSpc>
                <a:spcPct val="100000"/>
              </a:lnSpc>
              <a:spcBef>
                <a:spcPts val="500"/>
              </a:spcBef>
              <a:spcAft>
                <a:spcPts val="0"/>
              </a:spcAft>
              <a:buClr>
                <a:srgbClr val="000000"/>
              </a:buClr>
              <a:buSzPts val="2400"/>
              <a:buChar char="»"/>
              <a:defRPr sz="24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82" name="Google Shape;82;p26"/>
          <p:cNvSpPr txBox="1">
            <a:spLocks noGrp="1"/>
          </p:cNvSpPr>
          <p:nvPr>
            <p:ph type="body" idx="2"/>
          </p:nvPr>
        </p:nvSpPr>
        <p:spPr>
          <a:xfrm>
            <a:off x="457200" y="1076327"/>
            <a:ext cx="3008315" cy="3518297"/>
          </a:xfrm>
          <a:prstGeom prst="rect">
            <a:avLst/>
          </a:prstGeom>
          <a:noFill/>
          <a:ln>
            <a:noFill/>
          </a:ln>
        </p:spPr>
        <p:txBody>
          <a:bodyPr spcFirstLastPara="1" wrap="square" lIns="34275" tIns="34275" rIns="34275" bIns="34275" anchor="t" anchorCtr="0">
            <a:normAutofit/>
          </a:bodyPr>
          <a:lstStyle>
            <a:lvl1pPr marL="457200" lvl="0" indent="-342900" algn="l">
              <a:lnSpc>
                <a:spcPct val="115000"/>
              </a:lnSpc>
              <a:spcBef>
                <a:spcPts val="0"/>
              </a:spcBef>
              <a:spcAft>
                <a:spcPts val="0"/>
              </a:spcAft>
              <a:buSzPts val="1800"/>
              <a:buChar char="●"/>
              <a:defRPr/>
            </a:lvl1pPr>
            <a:lvl2pPr marL="914400" lvl="1" indent="-342900" algn="l">
              <a:lnSpc>
                <a:spcPct val="115000"/>
              </a:lnSpc>
              <a:spcBef>
                <a:spcPts val="0"/>
              </a:spcBef>
              <a:spcAft>
                <a:spcPts val="0"/>
              </a:spcAft>
              <a:buSzPts val="1800"/>
              <a:buChar char="○"/>
              <a:defRPr/>
            </a:lvl2pPr>
            <a:lvl3pPr marL="1371600" lvl="2" indent="-342900" algn="l">
              <a:lnSpc>
                <a:spcPct val="115000"/>
              </a:lnSpc>
              <a:spcBef>
                <a:spcPts val="0"/>
              </a:spcBef>
              <a:spcAft>
                <a:spcPts val="0"/>
              </a:spcAft>
              <a:buSzPts val="1800"/>
              <a:buChar char="■"/>
              <a:defRPr/>
            </a:lvl3pPr>
            <a:lvl4pPr marL="1828800" lvl="3" indent="-342900" algn="l">
              <a:lnSpc>
                <a:spcPct val="115000"/>
              </a:lnSpc>
              <a:spcBef>
                <a:spcPts val="0"/>
              </a:spcBef>
              <a:spcAft>
                <a:spcPts val="0"/>
              </a:spcAft>
              <a:buSzPts val="1800"/>
              <a:buChar char="●"/>
              <a:defRPr/>
            </a:lvl4pPr>
            <a:lvl5pPr marL="2286000" lvl="4" indent="-342900" algn="l">
              <a:lnSpc>
                <a:spcPct val="115000"/>
              </a:lnSpc>
              <a:spcBef>
                <a:spcPts val="0"/>
              </a:spcBef>
              <a:spcAft>
                <a:spcPts val="0"/>
              </a:spcAft>
              <a:buSzPts val="1800"/>
              <a:buChar char="○"/>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83" name="Google Shape;83;p26"/>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84"/>
        <p:cNvGrpSpPr/>
        <p:nvPr/>
      </p:nvGrpSpPr>
      <p:grpSpPr>
        <a:xfrm>
          <a:off x="0" y="0"/>
          <a:ext cx="0" cy="0"/>
          <a:chOff x="0" y="0"/>
          <a:chExt cx="0" cy="0"/>
        </a:xfrm>
      </p:grpSpPr>
      <p:sp>
        <p:nvSpPr>
          <p:cNvPr id="85" name="Google Shape;85;p27"/>
          <p:cNvSpPr txBox="1">
            <a:spLocks noGrp="1"/>
          </p:cNvSpPr>
          <p:nvPr>
            <p:ph type="title"/>
          </p:nvPr>
        </p:nvSpPr>
        <p:spPr>
          <a:xfrm>
            <a:off x="1792288" y="3600450"/>
            <a:ext cx="5486401" cy="425054"/>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000000"/>
              </a:buClr>
              <a:buSzPts val="1500"/>
              <a:buFont typeface="Oswald"/>
              <a:buNone/>
              <a:defRPr sz="1500" b="1">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86" name="Google Shape;86;p27"/>
          <p:cNvSpPr>
            <a:spLocks noGrp="1"/>
          </p:cNvSpPr>
          <p:nvPr>
            <p:ph type="pic" idx="2"/>
          </p:nvPr>
        </p:nvSpPr>
        <p:spPr>
          <a:xfrm>
            <a:off x="1792288" y="459581"/>
            <a:ext cx="5486401" cy="3086101"/>
          </a:xfrm>
          <a:prstGeom prst="rect">
            <a:avLst/>
          </a:prstGeom>
          <a:noFill/>
          <a:ln>
            <a:noFill/>
          </a:ln>
        </p:spPr>
      </p:sp>
      <p:sp>
        <p:nvSpPr>
          <p:cNvPr id="87" name="Google Shape;87;p27"/>
          <p:cNvSpPr txBox="1">
            <a:spLocks noGrp="1"/>
          </p:cNvSpPr>
          <p:nvPr>
            <p:ph type="body" idx="1"/>
          </p:nvPr>
        </p:nvSpPr>
        <p:spPr>
          <a:xfrm>
            <a:off x="1792288" y="4025503"/>
            <a:ext cx="5486401" cy="603648"/>
          </a:xfrm>
          <a:prstGeom prst="rect">
            <a:avLst/>
          </a:prstGeom>
          <a:noFill/>
          <a:ln>
            <a:noFill/>
          </a:ln>
        </p:spPr>
        <p:txBody>
          <a:bodyPr spcFirstLastPara="1" wrap="square" lIns="34275" tIns="34275" rIns="34275" bIns="34275" anchor="t" anchorCtr="0">
            <a:normAutofit/>
          </a:bodyPr>
          <a:lstStyle>
            <a:lvl1pPr marL="457200" lvl="0" indent="-228600" algn="l">
              <a:lnSpc>
                <a:spcPct val="100000"/>
              </a:lnSpc>
              <a:spcBef>
                <a:spcPts val="200"/>
              </a:spcBef>
              <a:spcAft>
                <a:spcPts val="0"/>
              </a:spcAft>
              <a:buClr>
                <a:srgbClr val="000000"/>
              </a:buClr>
              <a:buSzPts val="1100"/>
              <a:buFont typeface="Oswald"/>
              <a:buNone/>
              <a:defRPr sz="1100">
                <a:solidFill>
                  <a:srgbClr val="000000"/>
                </a:solidFill>
                <a:latin typeface="Oswald"/>
                <a:ea typeface="Oswald"/>
                <a:cs typeface="Oswald"/>
                <a:sym typeface="Oswald"/>
              </a:defRPr>
            </a:lvl1pPr>
            <a:lvl2pPr marL="914400" lvl="1" indent="-228600" algn="l">
              <a:lnSpc>
                <a:spcPct val="100000"/>
              </a:lnSpc>
              <a:spcBef>
                <a:spcPts val="200"/>
              </a:spcBef>
              <a:spcAft>
                <a:spcPts val="0"/>
              </a:spcAft>
              <a:buClr>
                <a:srgbClr val="000000"/>
              </a:buClr>
              <a:buSzPts val="1100"/>
              <a:buFont typeface="Oswald"/>
              <a:buNone/>
              <a:defRPr sz="1100">
                <a:solidFill>
                  <a:srgbClr val="000000"/>
                </a:solidFill>
                <a:latin typeface="Oswald"/>
                <a:ea typeface="Oswald"/>
                <a:cs typeface="Oswald"/>
                <a:sym typeface="Oswald"/>
              </a:defRPr>
            </a:lvl2pPr>
            <a:lvl3pPr marL="1371600" lvl="2" indent="-228600" algn="l">
              <a:lnSpc>
                <a:spcPct val="100000"/>
              </a:lnSpc>
              <a:spcBef>
                <a:spcPts val="200"/>
              </a:spcBef>
              <a:spcAft>
                <a:spcPts val="0"/>
              </a:spcAft>
              <a:buClr>
                <a:srgbClr val="000000"/>
              </a:buClr>
              <a:buSzPts val="1100"/>
              <a:buFont typeface="Oswald"/>
              <a:buNone/>
              <a:defRPr sz="1100">
                <a:solidFill>
                  <a:srgbClr val="000000"/>
                </a:solidFill>
                <a:latin typeface="Oswald"/>
                <a:ea typeface="Oswald"/>
                <a:cs typeface="Oswald"/>
                <a:sym typeface="Oswald"/>
              </a:defRPr>
            </a:lvl3pPr>
            <a:lvl4pPr marL="1828800" lvl="3" indent="-228600" algn="l">
              <a:lnSpc>
                <a:spcPct val="100000"/>
              </a:lnSpc>
              <a:spcBef>
                <a:spcPts val="200"/>
              </a:spcBef>
              <a:spcAft>
                <a:spcPts val="0"/>
              </a:spcAft>
              <a:buClr>
                <a:srgbClr val="000000"/>
              </a:buClr>
              <a:buSzPts val="1100"/>
              <a:buFont typeface="Oswald"/>
              <a:buNone/>
              <a:defRPr sz="1100">
                <a:solidFill>
                  <a:srgbClr val="000000"/>
                </a:solidFill>
                <a:latin typeface="Oswald"/>
                <a:ea typeface="Oswald"/>
                <a:cs typeface="Oswald"/>
                <a:sym typeface="Oswald"/>
              </a:defRPr>
            </a:lvl4pPr>
            <a:lvl5pPr marL="2286000" lvl="4" indent="-228600" algn="l">
              <a:lnSpc>
                <a:spcPct val="100000"/>
              </a:lnSpc>
              <a:spcBef>
                <a:spcPts val="200"/>
              </a:spcBef>
              <a:spcAft>
                <a:spcPts val="0"/>
              </a:spcAft>
              <a:buClr>
                <a:srgbClr val="000000"/>
              </a:buClr>
              <a:buSzPts val="1100"/>
              <a:buFont typeface="Oswald"/>
              <a:buNone/>
              <a:defRPr sz="11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88" name="Google Shape;88;p27"/>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89"/>
        <p:cNvGrpSpPr/>
        <p:nvPr/>
      </p:nvGrpSpPr>
      <p:grpSpPr>
        <a:xfrm>
          <a:off x="0" y="0"/>
          <a:ext cx="0" cy="0"/>
          <a:chOff x="0" y="0"/>
          <a:chExt cx="0" cy="0"/>
        </a:xfrm>
      </p:grpSpPr>
      <p:sp>
        <p:nvSpPr>
          <p:cNvPr id="90" name="Google Shape;90;p28"/>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91" name="Google Shape;91;p28"/>
          <p:cNvSpPr txBox="1">
            <a:spLocks noGrp="1"/>
          </p:cNvSpPr>
          <p:nvPr>
            <p:ph type="body" idx="1"/>
          </p:nvPr>
        </p:nvSpPr>
        <p:spPr>
          <a:xfrm rot="5400000">
            <a:off x="2685455" y="-1406723"/>
            <a:ext cx="3773092" cy="8229601"/>
          </a:xfrm>
          <a:prstGeom prst="rect">
            <a:avLst/>
          </a:prstGeom>
          <a:noFill/>
          <a:ln>
            <a:noFill/>
          </a:ln>
        </p:spPr>
        <p:txBody>
          <a:bodyPr spcFirstLastPara="1" wrap="square" lIns="34275" tIns="34275" rIns="34275" bIns="34275" anchor="t" anchorCtr="0">
            <a:normAutofit/>
          </a:bodyPr>
          <a:lstStyle>
            <a:lvl1pPr marL="457200" lvl="0"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1pPr>
            <a:lvl2pPr marL="914400" lvl="1"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2pPr>
            <a:lvl3pPr marL="1371600" lvl="2"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3pPr>
            <a:lvl4pPr marL="1828800" lvl="3"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4pPr>
            <a:lvl5pPr marL="2286000" lvl="4"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92" name="Google Shape;92;p28"/>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93"/>
        <p:cNvGrpSpPr/>
        <p:nvPr/>
      </p:nvGrpSpPr>
      <p:grpSpPr>
        <a:xfrm>
          <a:off x="0" y="0"/>
          <a:ext cx="0" cy="0"/>
          <a:chOff x="0" y="0"/>
          <a:chExt cx="0" cy="0"/>
        </a:xfrm>
      </p:grpSpPr>
      <p:sp>
        <p:nvSpPr>
          <p:cNvPr id="94" name="Google Shape;94;p29"/>
          <p:cNvSpPr txBox="1">
            <a:spLocks noGrp="1"/>
          </p:cNvSpPr>
          <p:nvPr>
            <p:ph type="title"/>
          </p:nvPr>
        </p:nvSpPr>
        <p:spPr>
          <a:xfrm rot="5400000">
            <a:off x="5463778" y="1371603"/>
            <a:ext cx="4388645" cy="2057401"/>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Oswald"/>
              <a:buNone/>
              <a:defRPr sz="3300">
                <a:latin typeface="Oswald"/>
                <a:ea typeface="Oswald"/>
                <a:cs typeface="Oswald"/>
                <a:sym typeface="Oswald"/>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a:endParaRPr/>
          </a:p>
        </p:txBody>
      </p:sp>
      <p:sp>
        <p:nvSpPr>
          <p:cNvPr id="95" name="Google Shape;95;p29"/>
          <p:cNvSpPr txBox="1">
            <a:spLocks noGrp="1"/>
          </p:cNvSpPr>
          <p:nvPr>
            <p:ph type="body" idx="1"/>
          </p:nvPr>
        </p:nvSpPr>
        <p:spPr>
          <a:xfrm rot="5400000">
            <a:off x="1272778" y="-609597"/>
            <a:ext cx="4388645" cy="6019801"/>
          </a:xfrm>
          <a:prstGeom prst="rect">
            <a:avLst/>
          </a:prstGeom>
          <a:noFill/>
          <a:ln>
            <a:noFill/>
          </a:ln>
        </p:spPr>
        <p:txBody>
          <a:bodyPr spcFirstLastPara="1" wrap="square" lIns="34275" tIns="34275" rIns="34275" bIns="34275" anchor="t" anchorCtr="0">
            <a:normAutofit/>
          </a:bodyPr>
          <a:lstStyle>
            <a:lvl1pPr marL="457200" lvl="0"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1pPr>
            <a:lvl2pPr marL="914400" lvl="1"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2pPr>
            <a:lvl3pPr marL="1371600" lvl="2"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3pPr>
            <a:lvl4pPr marL="1828800" lvl="3"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4pPr>
            <a:lvl5pPr marL="2286000" lvl="4" indent="-381000" algn="l">
              <a:lnSpc>
                <a:spcPct val="100000"/>
              </a:lnSpc>
              <a:spcBef>
                <a:spcPts val="300"/>
              </a:spcBef>
              <a:spcAft>
                <a:spcPts val="0"/>
              </a:spcAft>
              <a:buClr>
                <a:srgbClr val="000000"/>
              </a:buClr>
              <a:buSzPts val="2400"/>
              <a:buChar char="»"/>
              <a:defRPr sz="2400">
                <a:solidFill>
                  <a:srgbClr val="000000"/>
                </a:solidFill>
                <a:latin typeface="Oswald"/>
                <a:ea typeface="Oswald"/>
                <a:cs typeface="Oswald"/>
                <a:sym typeface="Oswald"/>
              </a:defRPr>
            </a:lvl5pPr>
            <a:lvl6pPr marL="2743200" lvl="5" indent="-342900" algn="l">
              <a:lnSpc>
                <a:spcPct val="115000"/>
              </a:lnSpc>
              <a:spcBef>
                <a:spcPts val="0"/>
              </a:spcBef>
              <a:spcAft>
                <a:spcPts val="0"/>
              </a:spcAft>
              <a:buSzPts val="1800"/>
              <a:buChar char="■"/>
              <a:defRPr/>
            </a:lvl6pPr>
            <a:lvl7pPr marL="3200400" lvl="6" indent="-342900" algn="l">
              <a:lnSpc>
                <a:spcPct val="115000"/>
              </a:lnSpc>
              <a:spcBef>
                <a:spcPts val="0"/>
              </a:spcBef>
              <a:spcAft>
                <a:spcPts val="0"/>
              </a:spcAft>
              <a:buSzPts val="1800"/>
              <a:buChar char="●"/>
              <a:defRPr/>
            </a:lvl7pPr>
            <a:lvl8pPr marL="3657600" lvl="7" indent="-342900" algn="l">
              <a:lnSpc>
                <a:spcPct val="115000"/>
              </a:lnSpc>
              <a:spcBef>
                <a:spcPts val="0"/>
              </a:spcBef>
              <a:spcAft>
                <a:spcPts val="0"/>
              </a:spcAft>
              <a:buSzPts val="1800"/>
              <a:buChar char="○"/>
              <a:defRPr/>
            </a:lvl8pPr>
            <a:lvl9pPr marL="4114800" lvl="8" indent="-342900" algn="l">
              <a:lnSpc>
                <a:spcPct val="115000"/>
              </a:lnSpc>
              <a:spcBef>
                <a:spcPts val="0"/>
              </a:spcBef>
              <a:spcAft>
                <a:spcPts val="0"/>
              </a:spcAft>
              <a:buSzPts val="1800"/>
              <a:buChar char="■"/>
              <a:defRPr/>
            </a:lvl9pPr>
          </a:lstStyle>
          <a:p>
            <a:endParaRPr/>
          </a:p>
        </p:txBody>
      </p:sp>
      <p:sp>
        <p:nvSpPr>
          <p:cNvPr id="96" name="Google Shape;96;p29"/>
          <p:cNvSpPr txBox="1">
            <a:spLocks noGrp="1"/>
          </p:cNvSpPr>
          <p:nvPr>
            <p:ph type="sldNum" idx="12"/>
          </p:nvPr>
        </p:nvSpPr>
        <p:spPr>
          <a:xfrm>
            <a:off x="8478413" y="4800061"/>
            <a:ext cx="208388" cy="20825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1pPr>
            <a:lvl2pPr marL="0" marR="0" lvl="1"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2pPr>
            <a:lvl3pPr marL="0" marR="0" lvl="2"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3pPr>
            <a:lvl4pPr marL="0" marR="0" lvl="3"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4pPr>
            <a:lvl5pPr marL="0" marR="0" lvl="4"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5pPr>
            <a:lvl6pPr marL="0" marR="0" lvl="5"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6pPr>
            <a:lvl7pPr marL="0" marR="0" lvl="6"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7pPr>
            <a:lvl8pPr marL="0" marR="0" lvl="7"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8pPr>
            <a:lvl9pPr marL="0" marR="0" lvl="8" indent="0" algn="r">
              <a:lnSpc>
                <a:spcPct val="100000"/>
              </a:lnSpc>
              <a:spcBef>
                <a:spcPts val="0"/>
              </a:spcBef>
              <a:spcAft>
                <a:spcPts val="0"/>
              </a:spcAft>
              <a:buClr>
                <a:srgbClr val="898989"/>
              </a:buClr>
              <a:buSzPts val="900"/>
              <a:buFont typeface="Oswald"/>
              <a:buNone/>
              <a:defRPr sz="900" b="0" i="0" u="none" strike="noStrike" cap="none">
                <a:solidFill>
                  <a:srgbClr val="898989"/>
                </a:solidFill>
                <a:latin typeface="Oswald"/>
                <a:ea typeface="Oswald"/>
                <a:cs typeface="Oswald"/>
                <a:sym typeface="Oswald"/>
              </a:defRPr>
            </a:lvl9pPr>
          </a:lstStyle>
          <a:p>
            <a:pPr marL="0" lvl="0" indent="0" algn="r" rtl="0">
              <a:spcBef>
                <a:spcPts val="0"/>
              </a:spcBef>
              <a:spcAft>
                <a:spcPts val="0"/>
              </a:spcAft>
              <a:buNone/>
            </a:pPr>
            <a:fld id="{00000000-1234-1234-1234-123412341234}" type="slidenum">
              <a:rPr lang="en-US"/>
              <a:t>‹#›</a:t>
            </a:fld>
            <a:endParaRPr sz="1000">
              <a:solidFill>
                <a:srgbClr val="58585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311699" y="445025"/>
            <a:ext cx="8520602" cy="572701"/>
          </a:xfrm>
          <a:prstGeom prst="rect">
            <a:avLst/>
          </a:prstGeom>
          <a:noFill/>
          <a:ln>
            <a:noFill/>
          </a:ln>
        </p:spPr>
        <p:txBody>
          <a:bodyPr spcFirstLastPara="1" wrap="square" lIns="91400" tIns="91400" rIns="91400" bIns="91400" anchor="t" anchorCtr="0">
            <a:normAutofit/>
          </a:bodyPr>
          <a:lstStyle>
            <a:lvl1pPr marR="0" lvl="0"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311699" y="1152475"/>
            <a:ext cx="8520602" cy="3416400"/>
          </a:xfrm>
          <a:prstGeom prst="rect">
            <a:avLst/>
          </a:prstGeom>
          <a:noFill/>
          <a:ln>
            <a:noFill/>
          </a:ln>
        </p:spPr>
        <p:txBody>
          <a:bodyPr spcFirstLastPara="1" wrap="square" lIns="91400" tIns="91400" rIns="91400" bIns="91400" anchor="t" anchorCtr="0">
            <a:normAutofit/>
          </a:bodyPr>
          <a:lstStyle>
            <a:lvl1pPr marL="457200" marR="0" lvl="0"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1pPr>
            <a:lvl2pPr marL="914400" marR="0" lvl="1"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2pPr>
            <a:lvl3pPr marL="1371600" marR="0" lvl="2"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3pPr>
            <a:lvl4pPr marL="1828800" marR="0" lvl="3"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4pPr>
            <a:lvl5pPr marL="2286000" marR="0" lvl="4"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5pPr>
            <a:lvl6pPr marL="2743200" marR="0" lvl="5"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6pPr>
            <a:lvl7pPr marL="3200400" marR="0" lvl="6"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7pPr>
            <a:lvl8pPr marL="3657600" marR="0" lvl="7"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8pPr>
            <a:lvl9pPr marL="4114800" marR="0" lvl="8" indent="-342900" algn="l" rtl="0">
              <a:lnSpc>
                <a:spcPct val="115000"/>
              </a:lnSpc>
              <a:spcBef>
                <a:spcPts val="0"/>
              </a:spcBef>
              <a:spcAft>
                <a:spcPts val="0"/>
              </a:spcAft>
              <a:buClr>
                <a:srgbClr val="585858"/>
              </a:buClr>
              <a:buSzPts val="1800"/>
              <a:buFont typeface="Arial"/>
              <a:buChar char="■"/>
              <a:defRPr sz="1800" b="0" i="0" u="none" strike="noStrike" cap="none">
                <a:solidFill>
                  <a:srgbClr val="585858"/>
                </a:solidFill>
                <a:latin typeface="Arial"/>
                <a:ea typeface="Arial"/>
                <a:cs typeface="Arial"/>
                <a:sym typeface="Arial"/>
              </a:defRPr>
            </a:lvl9pPr>
          </a:lstStyle>
          <a:p>
            <a:endParaRPr/>
          </a:p>
        </p:txBody>
      </p:sp>
      <p:sp>
        <p:nvSpPr>
          <p:cNvPr id="8" name="Google Shape;8;p7"/>
          <p:cNvSpPr txBox="1">
            <a:spLocks noGrp="1"/>
          </p:cNvSpPr>
          <p:nvPr>
            <p:ph type="sldNum" idx="12"/>
          </p:nvPr>
        </p:nvSpPr>
        <p:spPr>
          <a:xfrm>
            <a:off x="8684345" y="4700819"/>
            <a:ext cx="336814" cy="318396"/>
          </a:xfrm>
          <a:prstGeom prst="rect">
            <a:avLst/>
          </a:prstGeom>
          <a:noFill/>
          <a:ln>
            <a:noFill/>
          </a:ln>
        </p:spPr>
        <p:txBody>
          <a:bodyPr spcFirstLastPara="1" wrap="square" lIns="91400" tIns="91400" rIns="91400" bIns="91400" anchor="ctr" anchorCtr="0">
            <a:normAutofit/>
          </a:bodyPr>
          <a:lstStyle>
            <a:lvl1pPr marL="0" marR="0" lvl="0"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1pPr>
            <a:lvl2pPr marL="0" marR="0" lvl="1"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2pPr>
            <a:lvl3pPr marL="0" marR="0" lvl="2"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3pPr>
            <a:lvl4pPr marL="0" marR="0" lvl="3"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4pPr>
            <a:lvl5pPr marL="0" marR="0" lvl="4"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5pPr>
            <a:lvl6pPr marL="0" marR="0" lvl="5"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6pPr>
            <a:lvl7pPr marL="0" marR="0" lvl="6"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7pPr>
            <a:lvl8pPr marL="0" marR="0" lvl="7"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8pPr>
            <a:lvl9pPr marL="0" marR="0" lvl="8" indent="0" algn="r" rtl="0">
              <a:lnSpc>
                <a:spcPct val="100000"/>
              </a:lnSpc>
              <a:spcBef>
                <a:spcPts val="0"/>
              </a:spcBef>
              <a:spcAft>
                <a:spcPts val="0"/>
              </a:spcAft>
              <a:buClr>
                <a:srgbClr val="585858"/>
              </a:buClr>
              <a:buSzPts val="1000"/>
              <a:buFont typeface="Arial"/>
              <a:buNone/>
              <a:defRPr sz="1000" b="0" i="0" u="none" strike="noStrike" cap="none">
                <a:solidFill>
                  <a:srgbClr val="58585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nodejs.org/" TargetMode="External"/><Relationship Id="rId3" Type="http://schemas.openxmlformats.org/officeDocument/2006/relationships/image" Target="../media/image1.png"/><Relationship Id="rId7" Type="http://schemas.openxmlformats.org/officeDocument/2006/relationships/hyperlink" Target="https://expressjs.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tailwindcss.com/" TargetMode="External"/><Relationship Id="rId5" Type="http://schemas.openxmlformats.org/officeDocument/2006/relationships/hyperlink" Target="https://v3.vitejs.dev/guide/" TargetMode="External"/><Relationship Id="rId10" Type="http://schemas.openxmlformats.org/officeDocument/2006/relationships/hyperlink" Target="https://www.mongodb.com/" TargetMode="External"/><Relationship Id="rId4" Type="http://schemas.openxmlformats.org/officeDocument/2006/relationships/hyperlink" Target="https://react.dev/" TargetMode="External"/><Relationship Id="rId9" Type="http://schemas.openxmlformats.org/officeDocument/2006/relationships/hyperlink" Target="https://learning.postman.com/docs/introduction/resour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p:nvPr/>
        </p:nvSpPr>
        <p:spPr>
          <a:xfrm>
            <a:off x="1143000" y="0"/>
            <a:ext cx="6858000" cy="5143500"/>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2" name="Google Shape;102;p1"/>
          <p:cNvSpPr/>
          <p:nvPr/>
        </p:nvSpPr>
        <p:spPr>
          <a:xfrm>
            <a:off x="5201010" y="691890"/>
            <a:ext cx="3478954" cy="3866227"/>
          </a:xfrm>
          <a:custGeom>
            <a:avLst/>
            <a:gdLst/>
            <a:ahLst/>
            <a:cxnLst/>
            <a:rect l="l" t="t" r="r" b="b"/>
            <a:pathLst>
              <a:path w="21523" h="21600" extrusionOk="0">
                <a:moveTo>
                  <a:pt x="1264" y="13095"/>
                </a:moveTo>
                <a:cubicBezTo>
                  <a:pt x="1264" y="13095"/>
                  <a:pt x="1264" y="13095"/>
                  <a:pt x="3126" y="13095"/>
                </a:cubicBezTo>
                <a:cubicBezTo>
                  <a:pt x="3243" y="13095"/>
                  <a:pt x="3355" y="13172"/>
                  <a:pt x="3412" y="13298"/>
                </a:cubicBezTo>
                <a:cubicBezTo>
                  <a:pt x="3412" y="13298"/>
                  <a:pt x="3412" y="13298"/>
                  <a:pt x="4345" y="15232"/>
                </a:cubicBezTo>
                <a:cubicBezTo>
                  <a:pt x="4405" y="15353"/>
                  <a:pt x="4405" y="15507"/>
                  <a:pt x="4345" y="15628"/>
                </a:cubicBezTo>
                <a:cubicBezTo>
                  <a:pt x="4345" y="15628"/>
                  <a:pt x="4345" y="15628"/>
                  <a:pt x="3412" y="17563"/>
                </a:cubicBezTo>
                <a:cubicBezTo>
                  <a:pt x="3355" y="17688"/>
                  <a:pt x="3243" y="17765"/>
                  <a:pt x="3126" y="17765"/>
                </a:cubicBezTo>
                <a:cubicBezTo>
                  <a:pt x="3126" y="17765"/>
                  <a:pt x="3126" y="17765"/>
                  <a:pt x="1264" y="17765"/>
                </a:cubicBezTo>
                <a:cubicBezTo>
                  <a:pt x="1143" y="17765"/>
                  <a:pt x="1035" y="17688"/>
                  <a:pt x="974" y="17563"/>
                </a:cubicBezTo>
                <a:cubicBezTo>
                  <a:pt x="974" y="17563"/>
                  <a:pt x="974" y="17563"/>
                  <a:pt x="45" y="15628"/>
                </a:cubicBezTo>
                <a:cubicBezTo>
                  <a:pt x="-15" y="15507"/>
                  <a:pt x="-15" y="15353"/>
                  <a:pt x="45" y="15232"/>
                </a:cubicBezTo>
                <a:cubicBezTo>
                  <a:pt x="45" y="15232"/>
                  <a:pt x="45" y="15232"/>
                  <a:pt x="974" y="13298"/>
                </a:cubicBezTo>
                <a:cubicBezTo>
                  <a:pt x="1035" y="13172"/>
                  <a:pt x="1143" y="13095"/>
                  <a:pt x="1264" y="13095"/>
                </a:cubicBezTo>
                <a:close/>
                <a:moveTo>
                  <a:pt x="8664" y="2389"/>
                </a:moveTo>
                <a:cubicBezTo>
                  <a:pt x="8664" y="2389"/>
                  <a:pt x="8664" y="2389"/>
                  <a:pt x="9622" y="2389"/>
                </a:cubicBezTo>
                <a:lnTo>
                  <a:pt x="9733" y="2389"/>
                </a:lnTo>
                <a:lnTo>
                  <a:pt x="9840" y="2610"/>
                </a:lnTo>
                <a:cubicBezTo>
                  <a:pt x="9988" y="2917"/>
                  <a:pt x="10161" y="3275"/>
                  <a:pt x="10362" y="3692"/>
                </a:cubicBezTo>
                <a:cubicBezTo>
                  <a:pt x="10454" y="3877"/>
                  <a:pt x="10454" y="4113"/>
                  <a:pt x="10362" y="4298"/>
                </a:cubicBezTo>
                <a:cubicBezTo>
                  <a:pt x="10362" y="4298"/>
                  <a:pt x="10362" y="4298"/>
                  <a:pt x="8933" y="7261"/>
                </a:cubicBezTo>
                <a:cubicBezTo>
                  <a:pt x="8847" y="7453"/>
                  <a:pt x="8674" y="7571"/>
                  <a:pt x="8496" y="7571"/>
                </a:cubicBezTo>
                <a:cubicBezTo>
                  <a:pt x="8496" y="7571"/>
                  <a:pt x="8496" y="7571"/>
                  <a:pt x="5644" y="7571"/>
                </a:cubicBezTo>
                <a:cubicBezTo>
                  <a:pt x="5598" y="7571"/>
                  <a:pt x="5553" y="7564"/>
                  <a:pt x="5510" y="7550"/>
                </a:cubicBezTo>
                <a:lnTo>
                  <a:pt x="5417" y="7503"/>
                </a:lnTo>
                <a:lnTo>
                  <a:pt x="5474" y="7386"/>
                </a:lnTo>
                <a:cubicBezTo>
                  <a:pt x="5984" y="6323"/>
                  <a:pt x="6637" y="4963"/>
                  <a:pt x="7473" y="3222"/>
                </a:cubicBezTo>
                <a:cubicBezTo>
                  <a:pt x="7721" y="2706"/>
                  <a:pt x="8168" y="2389"/>
                  <a:pt x="8664" y="2389"/>
                </a:cubicBezTo>
                <a:close/>
                <a:moveTo>
                  <a:pt x="5475" y="0"/>
                </a:moveTo>
                <a:cubicBezTo>
                  <a:pt x="5475" y="0"/>
                  <a:pt x="5475" y="0"/>
                  <a:pt x="8692" y="0"/>
                </a:cubicBezTo>
                <a:cubicBezTo>
                  <a:pt x="8893" y="0"/>
                  <a:pt x="9088" y="133"/>
                  <a:pt x="9185" y="350"/>
                </a:cubicBezTo>
                <a:cubicBezTo>
                  <a:pt x="9185" y="350"/>
                  <a:pt x="9185" y="350"/>
                  <a:pt x="10050" y="2143"/>
                </a:cubicBezTo>
                <a:lnTo>
                  <a:pt x="10147" y="2345"/>
                </a:lnTo>
                <a:lnTo>
                  <a:pt x="9707" y="2345"/>
                </a:lnTo>
                <a:lnTo>
                  <a:pt x="9550" y="2018"/>
                </a:lnTo>
                <a:cubicBezTo>
                  <a:pt x="8947" y="768"/>
                  <a:pt x="8947" y="768"/>
                  <a:pt x="8947" y="768"/>
                </a:cubicBezTo>
                <a:cubicBezTo>
                  <a:pt x="8860" y="576"/>
                  <a:pt x="8688" y="458"/>
                  <a:pt x="8509" y="458"/>
                </a:cubicBezTo>
                <a:cubicBezTo>
                  <a:pt x="5658" y="458"/>
                  <a:pt x="5658" y="458"/>
                  <a:pt x="5658" y="458"/>
                </a:cubicBezTo>
                <a:cubicBezTo>
                  <a:pt x="5473" y="458"/>
                  <a:pt x="5306" y="576"/>
                  <a:pt x="5214" y="768"/>
                </a:cubicBezTo>
                <a:cubicBezTo>
                  <a:pt x="3791" y="3731"/>
                  <a:pt x="3791" y="3731"/>
                  <a:pt x="3791" y="3731"/>
                </a:cubicBezTo>
                <a:cubicBezTo>
                  <a:pt x="3699" y="3916"/>
                  <a:pt x="3699" y="4152"/>
                  <a:pt x="3791" y="4337"/>
                </a:cubicBezTo>
                <a:cubicBezTo>
                  <a:pt x="5214" y="7300"/>
                  <a:pt x="5214" y="7300"/>
                  <a:pt x="5214" y="7300"/>
                </a:cubicBezTo>
                <a:cubicBezTo>
                  <a:pt x="5260" y="7396"/>
                  <a:pt x="5325" y="7474"/>
                  <a:pt x="5401" y="7527"/>
                </a:cubicBezTo>
                <a:lnTo>
                  <a:pt x="5423" y="7538"/>
                </a:lnTo>
                <a:lnTo>
                  <a:pt x="5307" y="7780"/>
                </a:lnTo>
                <a:lnTo>
                  <a:pt x="5220" y="7960"/>
                </a:lnTo>
                <a:lnTo>
                  <a:pt x="5310" y="8005"/>
                </a:lnTo>
                <a:cubicBezTo>
                  <a:pt x="5358" y="8021"/>
                  <a:pt x="5409" y="8029"/>
                  <a:pt x="5461" y="8029"/>
                </a:cubicBezTo>
                <a:cubicBezTo>
                  <a:pt x="8678" y="8029"/>
                  <a:pt x="8678" y="8029"/>
                  <a:pt x="8678" y="8029"/>
                </a:cubicBezTo>
                <a:cubicBezTo>
                  <a:pt x="8880" y="8029"/>
                  <a:pt x="9074" y="7896"/>
                  <a:pt x="9172" y="7679"/>
                </a:cubicBezTo>
                <a:cubicBezTo>
                  <a:pt x="10783" y="4337"/>
                  <a:pt x="10783" y="4337"/>
                  <a:pt x="10783" y="4337"/>
                </a:cubicBezTo>
                <a:cubicBezTo>
                  <a:pt x="10888" y="4128"/>
                  <a:pt x="10888" y="3862"/>
                  <a:pt x="10783" y="3653"/>
                </a:cubicBezTo>
                <a:cubicBezTo>
                  <a:pt x="10582" y="3235"/>
                  <a:pt x="10406" y="2870"/>
                  <a:pt x="10251" y="2550"/>
                </a:cubicBezTo>
                <a:lnTo>
                  <a:pt x="10173" y="2389"/>
                </a:lnTo>
                <a:lnTo>
                  <a:pt x="10534" y="2389"/>
                </a:lnTo>
                <a:cubicBezTo>
                  <a:pt x="11656" y="2389"/>
                  <a:pt x="13452" y="2389"/>
                  <a:pt x="16324" y="2389"/>
                </a:cubicBezTo>
                <a:cubicBezTo>
                  <a:pt x="16804" y="2389"/>
                  <a:pt x="17267" y="2706"/>
                  <a:pt x="17499" y="3222"/>
                </a:cubicBezTo>
                <a:cubicBezTo>
                  <a:pt x="17499" y="3222"/>
                  <a:pt x="17499" y="3222"/>
                  <a:pt x="21337" y="11181"/>
                </a:cubicBezTo>
                <a:cubicBezTo>
                  <a:pt x="21585" y="11677"/>
                  <a:pt x="21585" y="12312"/>
                  <a:pt x="21337" y="12808"/>
                </a:cubicBezTo>
                <a:cubicBezTo>
                  <a:pt x="21337" y="12808"/>
                  <a:pt x="21337" y="12808"/>
                  <a:pt x="17499" y="20766"/>
                </a:cubicBezTo>
                <a:cubicBezTo>
                  <a:pt x="17267" y="21282"/>
                  <a:pt x="16804" y="21600"/>
                  <a:pt x="16324" y="21600"/>
                </a:cubicBezTo>
                <a:cubicBezTo>
                  <a:pt x="16324" y="21600"/>
                  <a:pt x="16324" y="21600"/>
                  <a:pt x="8664" y="21600"/>
                </a:cubicBezTo>
                <a:cubicBezTo>
                  <a:pt x="8168" y="21600"/>
                  <a:pt x="7721" y="21282"/>
                  <a:pt x="7473" y="20766"/>
                </a:cubicBezTo>
                <a:cubicBezTo>
                  <a:pt x="7473" y="20766"/>
                  <a:pt x="7473" y="20766"/>
                  <a:pt x="3651" y="12808"/>
                </a:cubicBezTo>
                <a:cubicBezTo>
                  <a:pt x="3403" y="12312"/>
                  <a:pt x="3403" y="11677"/>
                  <a:pt x="3651" y="11181"/>
                </a:cubicBezTo>
                <a:cubicBezTo>
                  <a:pt x="3651" y="11181"/>
                  <a:pt x="3651" y="11181"/>
                  <a:pt x="5070" y="8226"/>
                </a:cubicBezTo>
                <a:lnTo>
                  <a:pt x="5190" y="7976"/>
                </a:lnTo>
                <a:lnTo>
                  <a:pt x="5186" y="7974"/>
                </a:lnTo>
                <a:cubicBezTo>
                  <a:pt x="5100" y="7914"/>
                  <a:pt x="5027" y="7826"/>
                  <a:pt x="4975" y="7718"/>
                </a:cubicBezTo>
                <a:cubicBezTo>
                  <a:pt x="4975" y="7718"/>
                  <a:pt x="4975" y="7718"/>
                  <a:pt x="3370" y="4376"/>
                </a:cubicBezTo>
                <a:cubicBezTo>
                  <a:pt x="3266" y="4167"/>
                  <a:pt x="3266" y="3901"/>
                  <a:pt x="3370" y="3692"/>
                </a:cubicBezTo>
                <a:cubicBezTo>
                  <a:pt x="3370" y="3692"/>
                  <a:pt x="3370" y="3692"/>
                  <a:pt x="4975" y="350"/>
                </a:cubicBezTo>
                <a:cubicBezTo>
                  <a:pt x="5079" y="133"/>
                  <a:pt x="5267" y="0"/>
                  <a:pt x="5475" y="0"/>
                </a:cubicBezTo>
                <a:close/>
              </a:path>
            </a:pathLst>
          </a:custGeom>
          <a:solidFill>
            <a:srgbClr val="7F7F7F">
              <a:alpha val="14117"/>
            </a:srgb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Calibri"/>
              <a:buNone/>
            </a:pPr>
            <a:endParaRPr sz="1400" b="0" i="0" u="none" strike="noStrike" cap="none">
              <a:solidFill>
                <a:srgbClr val="FFFFFF"/>
              </a:solidFill>
              <a:latin typeface="Calibri"/>
              <a:ea typeface="Calibri"/>
              <a:cs typeface="Calibri"/>
              <a:sym typeface="Calibri"/>
            </a:endParaRPr>
          </a:p>
        </p:txBody>
      </p:sp>
      <p:sp>
        <p:nvSpPr>
          <p:cNvPr id="103" name="Google Shape;103;p1"/>
          <p:cNvSpPr txBox="1">
            <a:spLocks noGrp="1"/>
          </p:cNvSpPr>
          <p:nvPr>
            <p:ph type="title"/>
          </p:nvPr>
        </p:nvSpPr>
        <p:spPr>
          <a:xfrm>
            <a:off x="1461591" y="-54993"/>
            <a:ext cx="6220818" cy="1077717"/>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3000"/>
              <a:buFont typeface="Garamond"/>
              <a:buNone/>
            </a:pPr>
            <a:r>
              <a:rPr lang="en-US" sz="3000" b="1">
                <a:solidFill>
                  <a:srgbClr val="1F497D"/>
                </a:solidFill>
                <a:latin typeface="Garamond"/>
                <a:ea typeface="Garamond"/>
                <a:cs typeface="Garamond"/>
                <a:sym typeface="Garamond"/>
              </a:rPr>
              <a:t>FUSION FEST HACKATHON 2025</a:t>
            </a:r>
            <a:endParaRPr/>
          </a:p>
        </p:txBody>
      </p:sp>
      <p:sp>
        <p:nvSpPr>
          <p:cNvPr id="104" name="Google Shape;104;p1"/>
          <p:cNvSpPr txBox="1"/>
          <p:nvPr/>
        </p:nvSpPr>
        <p:spPr>
          <a:xfrm>
            <a:off x="1" y="1504074"/>
            <a:ext cx="5371500" cy="1223700"/>
          </a:xfrm>
          <a:prstGeom prst="rect">
            <a:avLst/>
          </a:prstGeom>
          <a:noFill/>
          <a:ln>
            <a:noFill/>
          </a:ln>
        </p:spPr>
        <p:txBody>
          <a:bodyPr spcFirstLastPara="1" wrap="square" lIns="34275" tIns="34275" rIns="34275" bIns="34275" anchor="t" anchorCtr="0">
            <a:spAutoFit/>
          </a:bodyPr>
          <a:lstStyle/>
          <a:p>
            <a:pPr marL="0" marR="0" lvl="0" indent="0" algn="just" rtl="0">
              <a:lnSpc>
                <a:spcPct val="2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a:p>
            <a:pPr marL="215900" marR="0" lvl="0" indent="-215900" algn="just" rtl="0">
              <a:lnSpc>
                <a:spcPct val="200000"/>
              </a:lnSpc>
              <a:spcBef>
                <a:spcPts val="0"/>
              </a:spcBef>
              <a:spcAft>
                <a:spcPts val="0"/>
              </a:spcAft>
              <a:buClr>
                <a:srgbClr val="000000"/>
              </a:buClr>
              <a:buSzPts val="1800"/>
              <a:buFont typeface="Arial"/>
              <a:buChar char="•"/>
            </a:pPr>
            <a:r>
              <a:rPr lang="en-US" sz="1800" b="1"/>
              <a:t>Team: Code Phoenix</a:t>
            </a:r>
            <a:endParaRPr sz="1400" b="0" i="0" u="none" strike="noStrike" cap="none">
              <a:solidFill>
                <a:srgbClr val="000000"/>
              </a:solidFill>
              <a:latin typeface="Arial"/>
              <a:ea typeface="Arial"/>
              <a:cs typeface="Arial"/>
              <a:sym typeface="Arial"/>
            </a:endParaRPr>
          </a:p>
          <a:p>
            <a:pPr marL="215900" marR="0" lvl="0" indent="-209550" algn="just" rtl="0">
              <a:lnSpc>
                <a:spcPct val="200000"/>
              </a:lnSpc>
              <a:spcBef>
                <a:spcPts val="0"/>
              </a:spcBef>
              <a:spcAft>
                <a:spcPts val="0"/>
              </a:spcAft>
              <a:buClr>
                <a:srgbClr val="000000"/>
              </a:buClr>
              <a:buSzPts val="1700"/>
              <a:buFont typeface="Arial"/>
              <a:buChar char="•"/>
            </a:pPr>
            <a:r>
              <a:rPr lang="en-US" sz="1700" b="1"/>
              <a:t>SkillSpark: Skill Exchange and Collaboration </a:t>
            </a:r>
            <a:endParaRPr sz="1700" b="1" i="0" u="none" strike="noStrike" cap="none">
              <a:solidFill>
                <a:srgbClr val="000000"/>
              </a:solidFill>
              <a:latin typeface="Arial"/>
              <a:ea typeface="Arial"/>
              <a:cs typeface="Arial"/>
              <a:sym typeface="Arial"/>
            </a:endParaRPr>
          </a:p>
        </p:txBody>
      </p:sp>
      <p:pic>
        <p:nvPicPr>
          <p:cNvPr id="105" name="Google Shape;105;p1" descr="Beige and Gold Illustrative Happy Dussehra Poster.png"/>
          <p:cNvPicPr preferRelativeResize="0"/>
          <p:nvPr/>
        </p:nvPicPr>
        <p:blipFill rotWithShape="1">
          <a:blip r:embed="rId3">
            <a:alphaModFix/>
          </a:blip>
          <a:srcRect l="35901" t="25948" r="31270" b="48731"/>
          <a:stretch/>
        </p:blipFill>
        <p:spPr>
          <a:xfrm>
            <a:off x="8213024" y="67543"/>
            <a:ext cx="848304" cy="832646"/>
          </a:xfrm>
          <a:prstGeom prst="rect">
            <a:avLst/>
          </a:prstGeom>
          <a:noFill/>
          <a:ln>
            <a:noFill/>
          </a:ln>
        </p:spPr>
      </p:pic>
      <p:pic>
        <p:nvPicPr>
          <p:cNvPr id="106" name="Google Shape;106;p1" descr="Beige and Gold Illustrative Happy Dussehra Poster.png"/>
          <p:cNvPicPr preferRelativeResize="0"/>
          <p:nvPr/>
        </p:nvPicPr>
        <p:blipFill rotWithShape="1">
          <a:blip r:embed="rId3">
            <a:alphaModFix/>
          </a:blip>
          <a:srcRect l="35901" t="25948" r="31270" b="48731"/>
          <a:stretch/>
        </p:blipFill>
        <p:spPr>
          <a:xfrm>
            <a:off x="6153904" y="1504066"/>
            <a:ext cx="2059130" cy="2021121"/>
          </a:xfrm>
          <a:prstGeom prst="rect">
            <a:avLst/>
          </a:prstGeom>
          <a:noFill/>
          <a:ln>
            <a:noFill/>
          </a:ln>
        </p:spPr>
      </p:pic>
      <p:pic>
        <p:nvPicPr>
          <p:cNvPr id="107" name="Google Shape;107;p1" descr="Trans_Back_logo.png"/>
          <p:cNvPicPr preferRelativeResize="0"/>
          <p:nvPr/>
        </p:nvPicPr>
        <p:blipFill rotWithShape="1">
          <a:blip r:embed="rId4">
            <a:alphaModFix/>
          </a:blip>
          <a:srcRect l="24636" t="28792" r="24636" b="28792"/>
          <a:stretch/>
        </p:blipFill>
        <p:spPr>
          <a:xfrm>
            <a:off x="75744" y="67543"/>
            <a:ext cx="774906" cy="832721"/>
          </a:xfrm>
          <a:prstGeom prst="rect">
            <a:avLst/>
          </a:prstGeom>
          <a:noFill/>
          <a:ln>
            <a:noFill/>
          </a:ln>
        </p:spPr>
      </p:pic>
      <p:sp>
        <p:nvSpPr>
          <p:cNvPr id="108" name="Google Shape;108;p1"/>
          <p:cNvSpPr txBox="1"/>
          <p:nvPr/>
        </p:nvSpPr>
        <p:spPr>
          <a:xfrm>
            <a:off x="6380481" y="3321519"/>
            <a:ext cx="1504792" cy="614326"/>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1679"/>
              <a:buFont typeface="Garamond"/>
              <a:buNone/>
            </a:pPr>
            <a:r>
              <a:rPr lang="en-US" sz="1679"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1232"/>
              <a:buFont typeface="Garamond"/>
              <a:buNone/>
            </a:pPr>
            <a:r>
              <a:rPr lang="en-US" sz="1232"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322d755e863_0_0"/>
          <p:cNvSpPr/>
          <p:nvPr/>
        </p:nvSpPr>
        <p:spPr>
          <a:xfrm>
            <a:off x="-1" y="4766071"/>
            <a:ext cx="9144000" cy="377400"/>
          </a:xfrm>
          <a:prstGeom prst="rect">
            <a:avLst/>
          </a:prstGeom>
          <a:solidFill>
            <a:srgbClr val="0070C0"/>
          </a:solidFill>
          <a:ln>
            <a:noFill/>
          </a:ln>
          <a:effectLst>
            <a:outerShdw dist="23000" dir="5400000" rotWithShape="0">
              <a:srgbClr val="808080">
                <a:alpha val="3451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14" name="Google Shape;114;g322d755e863_0_0"/>
          <p:cNvSpPr txBox="1"/>
          <p:nvPr/>
        </p:nvSpPr>
        <p:spPr>
          <a:xfrm>
            <a:off x="153000" y="75225"/>
            <a:ext cx="8229600" cy="605400"/>
          </a:xfrm>
          <a:prstGeom prst="rect">
            <a:avLst/>
          </a:prstGeom>
          <a:noFill/>
          <a:ln>
            <a:noFill/>
          </a:ln>
        </p:spPr>
        <p:txBody>
          <a:bodyPr spcFirstLastPara="1" wrap="square" lIns="34275" tIns="34275" rIns="34275" bIns="34275" anchor="ctr" anchorCtr="0">
            <a:normAutofit/>
          </a:bodyPr>
          <a:lstStyle/>
          <a:p>
            <a:pPr marL="0" lvl="0" indent="0" algn="ctr" rtl="0">
              <a:spcBef>
                <a:spcPts val="0"/>
              </a:spcBef>
              <a:spcAft>
                <a:spcPts val="0"/>
              </a:spcAft>
              <a:buNone/>
            </a:pPr>
            <a:r>
              <a:rPr lang="en-US" sz="2700" b="1">
                <a:solidFill>
                  <a:srgbClr val="000000"/>
                </a:solidFill>
                <a:latin typeface="Times New Roman"/>
                <a:ea typeface="Times New Roman"/>
                <a:cs typeface="Times New Roman"/>
                <a:sym typeface="Times New Roman"/>
              </a:rPr>
              <a:t>Fusion Fest Hackathon </a:t>
            </a:r>
            <a:endParaRPr sz="3000">
              <a:solidFill>
                <a:srgbClr val="000000"/>
              </a:solidFill>
              <a:latin typeface="Oswald"/>
              <a:ea typeface="Oswald"/>
              <a:cs typeface="Oswald"/>
              <a:sym typeface="Oswald"/>
            </a:endParaRPr>
          </a:p>
        </p:txBody>
      </p:sp>
      <p:sp>
        <p:nvSpPr>
          <p:cNvPr id="115" name="Google Shape;115;g322d755e863_0_0"/>
          <p:cNvSpPr/>
          <p:nvPr/>
        </p:nvSpPr>
        <p:spPr>
          <a:xfrm>
            <a:off x="102000" y="125625"/>
            <a:ext cx="1240800" cy="5550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116" name="Google Shape;116;g322d755e863_0_0" descr="Beige and Gold Illustrative Happy Dussehra Poster.png"/>
          <p:cNvPicPr preferRelativeResize="0"/>
          <p:nvPr/>
        </p:nvPicPr>
        <p:blipFill rotWithShape="1">
          <a:blip r:embed="rId3">
            <a:alphaModFix/>
          </a:blip>
          <a:srcRect l="35900" t="25949" r="31271" b="48731"/>
          <a:stretch/>
        </p:blipFill>
        <p:spPr>
          <a:xfrm>
            <a:off x="8214759" y="110230"/>
            <a:ext cx="674495" cy="662041"/>
          </a:xfrm>
          <a:prstGeom prst="rect">
            <a:avLst/>
          </a:prstGeom>
          <a:noFill/>
          <a:ln>
            <a:noFill/>
          </a:ln>
        </p:spPr>
      </p:pic>
      <p:sp>
        <p:nvSpPr>
          <p:cNvPr id="117" name="Google Shape;117;g322d755e863_0_0"/>
          <p:cNvSpPr txBox="1"/>
          <p:nvPr/>
        </p:nvSpPr>
        <p:spPr>
          <a:xfrm>
            <a:off x="8005100" y="658975"/>
            <a:ext cx="10938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952" b="1">
                <a:solidFill>
                  <a:srgbClr val="1F497D"/>
                </a:solidFill>
                <a:latin typeface="Garamond"/>
                <a:ea typeface="Garamond"/>
                <a:cs typeface="Garamond"/>
                <a:sym typeface="Garamond"/>
              </a:rPr>
              <a:t>FUSION FEST </a:t>
            </a:r>
            <a:endParaRPr>
              <a:solidFill>
                <a:srgbClr val="000000"/>
              </a:solidFill>
            </a:endParaRPr>
          </a:p>
          <a:p>
            <a:pPr marL="0" lvl="0" indent="0" algn="ctr" rtl="0">
              <a:spcBef>
                <a:spcPts val="0"/>
              </a:spcBef>
              <a:spcAft>
                <a:spcPts val="0"/>
              </a:spcAft>
              <a:buNone/>
            </a:pPr>
            <a:r>
              <a:rPr lang="en-US" sz="748" b="1">
                <a:solidFill>
                  <a:srgbClr val="1F497D"/>
                </a:solidFill>
                <a:latin typeface="Garamond"/>
                <a:ea typeface="Garamond"/>
                <a:cs typeface="Garamond"/>
                <a:sym typeface="Garamond"/>
              </a:rPr>
              <a:t>HACKATHON</a:t>
            </a:r>
            <a:endParaRPr/>
          </a:p>
        </p:txBody>
      </p:sp>
      <p:sp>
        <p:nvSpPr>
          <p:cNvPr id="118" name="Google Shape;118;g322d755e863_0_0"/>
          <p:cNvSpPr txBox="1"/>
          <p:nvPr/>
        </p:nvSpPr>
        <p:spPr>
          <a:xfrm>
            <a:off x="153000" y="226125"/>
            <a:ext cx="1138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a:solidFill>
                  <a:schemeClr val="dk1"/>
                </a:solidFill>
              </a:rPr>
              <a:t>Code Phoenix</a:t>
            </a:r>
            <a:endParaRPr sz="600">
              <a:solidFill>
                <a:srgbClr val="000000"/>
              </a:solidFill>
            </a:endParaRPr>
          </a:p>
        </p:txBody>
      </p:sp>
      <p:sp>
        <p:nvSpPr>
          <p:cNvPr id="119" name="Google Shape;119;g322d755e863_0_0"/>
          <p:cNvSpPr txBox="1"/>
          <p:nvPr/>
        </p:nvSpPr>
        <p:spPr>
          <a:xfrm>
            <a:off x="568601" y="772271"/>
            <a:ext cx="4393500" cy="507900"/>
          </a:xfrm>
          <a:prstGeom prst="rect">
            <a:avLst/>
          </a:prstGeom>
          <a:noFill/>
          <a:ln>
            <a:noFill/>
          </a:ln>
        </p:spPr>
        <p:txBody>
          <a:bodyPr spcFirstLastPara="1" wrap="square" lIns="91425" tIns="91425" rIns="91425" bIns="91425" anchor="t" anchorCtr="0">
            <a:spAutoFit/>
          </a:bodyPr>
          <a:lstStyle/>
          <a:p>
            <a:pPr marL="254000" lvl="0" indent="-234950" algn="l" rtl="0">
              <a:spcBef>
                <a:spcPts val="0"/>
              </a:spcBef>
              <a:spcAft>
                <a:spcPts val="0"/>
              </a:spcAft>
              <a:buClr>
                <a:srgbClr val="1F497D"/>
              </a:buClr>
              <a:buSzPts val="2100"/>
              <a:buChar char="❖"/>
            </a:pPr>
            <a:r>
              <a:rPr lang="en-US" sz="2100" b="1" dirty="0">
                <a:solidFill>
                  <a:srgbClr val="1F497D"/>
                </a:solidFill>
              </a:rPr>
              <a:t>  </a:t>
            </a:r>
            <a:r>
              <a:rPr lang="en-US" sz="2100" b="1" u="sng" dirty="0">
                <a:solidFill>
                  <a:srgbClr val="1F497D"/>
                </a:solidFill>
              </a:rPr>
              <a:t>Problem Statement:</a:t>
            </a:r>
            <a:endParaRPr dirty="0"/>
          </a:p>
        </p:txBody>
      </p:sp>
      <p:sp>
        <p:nvSpPr>
          <p:cNvPr id="120" name="Google Shape;120;g322d755e863_0_0"/>
          <p:cNvSpPr txBox="1"/>
          <p:nvPr/>
        </p:nvSpPr>
        <p:spPr>
          <a:xfrm>
            <a:off x="644800" y="1253325"/>
            <a:ext cx="7396500" cy="3364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dirty="0">
                <a:solidFill>
                  <a:schemeClr val="dk1"/>
                </a:solidFill>
              </a:rPr>
              <a:t>Many students face overwhelming challenges in completing their projects due to limited access to skilled collaborators, lack of funds, and insufficient resources. Our platform, </a:t>
            </a:r>
            <a:r>
              <a:rPr lang="en-US" sz="1500" b="1" dirty="0" err="1">
                <a:solidFill>
                  <a:schemeClr val="dk1"/>
                </a:solidFill>
              </a:rPr>
              <a:t>SkillSpark</a:t>
            </a:r>
            <a:r>
              <a:rPr lang="en-US" sz="1500" dirty="0">
                <a:solidFill>
                  <a:schemeClr val="dk1"/>
                </a:solidFill>
              </a:rPr>
              <a:t>, bridges this gap by creating a </a:t>
            </a:r>
            <a:r>
              <a:rPr lang="en-US" sz="1500" b="1" dirty="0">
                <a:solidFill>
                  <a:schemeClr val="dk1"/>
                </a:solidFill>
              </a:rPr>
              <a:t>skill-exchange ecosystem</a:t>
            </a:r>
            <a:r>
              <a:rPr lang="en-US" sz="1500" dirty="0">
                <a:solidFill>
                  <a:schemeClr val="dk1"/>
                </a:solidFill>
              </a:rPr>
              <a:t> where students can trade their expertise, collaborate on projects, and even secure micro-funding for innovation. With integrated features like </a:t>
            </a:r>
            <a:r>
              <a:rPr lang="en-US" sz="1500" b="1" dirty="0">
                <a:solidFill>
                  <a:schemeClr val="dk1"/>
                </a:solidFill>
              </a:rPr>
              <a:t>booking management, verified collaborators</a:t>
            </a:r>
            <a:r>
              <a:rPr lang="en-US" sz="1500" dirty="0">
                <a:solidFill>
                  <a:schemeClr val="dk1"/>
                </a:solidFill>
              </a:rPr>
              <a:t>, and </a:t>
            </a:r>
            <a:r>
              <a:rPr lang="en-US" sz="1500" b="1" dirty="0">
                <a:solidFill>
                  <a:schemeClr val="dk1"/>
                </a:solidFill>
              </a:rPr>
              <a:t>in-house resources</a:t>
            </a:r>
            <a:r>
              <a:rPr lang="en-US" sz="1500" dirty="0">
                <a:solidFill>
                  <a:schemeClr val="dk1"/>
                </a:solidFill>
              </a:rPr>
              <a:t>, we empower students to overcome these barriers and turn their ideas into reality. We will also provide the feature to book </a:t>
            </a:r>
            <a:r>
              <a:rPr lang="en-US" sz="1500" b="1" dirty="0">
                <a:solidFill>
                  <a:schemeClr val="dk1"/>
                </a:solidFill>
              </a:rPr>
              <a:t>sessions </a:t>
            </a:r>
            <a:r>
              <a:rPr lang="en-US" sz="1500" dirty="0">
                <a:solidFill>
                  <a:schemeClr val="dk1"/>
                </a:solidFill>
              </a:rPr>
              <a:t>with mentors those have good project management skills and knowledge about particular tech stack. We have our own </a:t>
            </a:r>
            <a:r>
              <a:rPr lang="en-US" sz="1500" b="1" dirty="0">
                <a:solidFill>
                  <a:schemeClr val="dk1"/>
                </a:solidFill>
              </a:rPr>
              <a:t>resource hub</a:t>
            </a:r>
            <a:r>
              <a:rPr lang="en-US" sz="1500" dirty="0">
                <a:solidFill>
                  <a:schemeClr val="dk1"/>
                </a:solidFill>
              </a:rPr>
              <a:t> to help students from our end also.</a:t>
            </a:r>
            <a:endParaRPr sz="1500" dirty="0">
              <a:solidFill>
                <a:schemeClr val="dk1"/>
              </a:solidFill>
            </a:endParaRPr>
          </a:p>
          <a:p>
            <a:pPr marL="0" lvl="0" indent="0" algn="just" rtl="0">
              <a:spcBef>
                <a:spcPts val="1200"/>
              </a:spcBef>
              <a:spcAft>
                <a:spcPts val="0"/>
              </a:spcAft>
              <a:buNone/>
            </a:pPr>
            <a:endParaRPr sz="1500" dirty="0">
              <a:solidFill>
                <a:srgbClr val="58585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
          <p:cNvSpPr txBox="1"/>
          <p:nvPr/>
        </p:nvSpPr>
        <p:spPr>
          <a:xfrm>
            <a:off x="3520449" y="4800061"/>
            <a:ext cx="2334402" cy="208251"/>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sz="1400" b="0" i="0" u="none" strike="noStrike" cap="none">
              <a:solidFill>
                <a:srgbClr val="000000"/>
              </a:solidFill>
              <a:latin typeface="Arial"/>
              <a:ea typeface="Arial"/>
              <a:cs typeface="Arial"/>
              <a:sym typeface="Arial"/>
            </a:endParaRPr>
          </a:p>
        </p:txBody>
      </p:sp>
      <p:sp>
        <p:nvSpPr>
          <p:cNvPr id="126" name="Google Shape;126;p2"/>
          <p:cNvSpPr/>
          <p:nvPr/>
        </p:nvSpPr>
        <p:spPr>
          <a:xfrm>
            <a:off x="-1" y="4766071"/>
            <a:ext cx="9144001" cy="377430"/>
          </a:xfrm>
          <a:prstGeom prst="rect">
            <a:avLst/>
          </a:prstGeom>
          <a:solidFill>
            <a:srgbClr val="0070C0"/>
          </a:solidFill>
          <a:ln>
            <a:noFill/>
          </a:ln>
          <a:effectLst>
            <a:outerShdw dist="23000" dir="5400000" rotWithShape="0">
              <a:srgbClr val="808080">
                <a:alpha val="34117"/>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27" name="Google Shape;127;p2"/>
          <p:cNvSpPr txBox="1">
            <a:spLocks noGrp="1"/>
          </p:cNvSpPr>
          <p:nvPr>
            <p:ph type="title"/>
          </p:nvPr>
        </p:nvSpPr>
        <p:spPr>
          <a:xfrm>
            <a:off x="247324" y="-11001"/>
            <a:ext cx="8229600" cy="605400"/>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000000"/>
              </a:buClr>
              <a:buSzPts val="2700"/>
              <a:buFont typeface="Times New Roman"/>
              <a:buNone/>
            </a:pPr>
            <a:r>
              <a:rPr lang="en-US" sz="2700" b="1">
                <a:latin typeface="Times New Roman"/>
                <a:ea typeface="Times New Roman"/>
                <a:cs typeface="Times New Roman"/>
                <a:sym typeface="Times New Roman"/>
              </a:rPr>
              <a:t>Fusion Fest Hackathon </a:t>
            </a:r>
            <a:endParaRPr/>
          </a:p>
        </p:txBody>
      </p:sp>
      <p:sp>
        <p:nvSpPr>
          <p:cNvPr id="128" name="Google Shape;128;p2"/>
          <p:cNvSpPr txBox="1"/>
          <p:nvPr/>
        </p:nvSpPr>
        <p:spPr>
          <a:xfrm>
            <a:off x="319650" y="514788"/>
            <a:ext cx="8736000" cy="3924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US" sz="2100" b="1" i="0" strike="noStrike" cap="none">
                <a:solidFill>
                  <a:srgbClr val="1F497D"/>
                </a:solidFill>
                <a:latin typeface="Arial"/>
                <a:ea typeface="Arial"/>
                <a:cs typeface="Arial"/>
                <a:sym typeface="Arial"/>
              </a:rPr>
              <a:t>Proposed Solution:</a:t>
            </a:r>
            <a:endParaRPr sz="1400" b="0" i="0" strike="noStrike" cap="none">
              <a:solidFill>
                <a:srgbClr val="000000"/>
              </a:solidFill>
              <a:latin typeface="Arial"/>
              <a:ea typeface="Arial"/>
              <a:cs typeface="Arial"/>
              <a:sym typeface="Arial"/>
            </a:endParaRPr>
          </a:p>
        </p:txBody>
      </p:sp>
      <p:sp>
        <p:nvSpPr>
          <p:cNvPr id="129" name="Google Shape;129;p2"/>
          <p:cNvSpPr txBox="1">
            <a:spLocks noGrp="1"/>
          </p:cNvSpPr>
          <p:nvPr>
            <p:ph type="sldNum" idx="4294967295"/>
          </p:nvPr>
        </p:nvSpPr>
        <p:spPr>
          <a:xfrm>
            <a:off x="8541981" y="4800061"/>
            <a:ext cx="144820" cy="208251"/>
          </a:xfrm>
          <a:prstGeom prst="rect">
            <a:avLst/>
          </a:prstGeom>
          <a:noFill/>
          <a:ln>
            <a:noFill/>
          </a:ln>
        </p:spPr>
        <p:txBody>
          <a:bodyPr spcFirstLastPara="1" wrap="square" lIns="34275" tIns="34275" rIns="34275" bIns="34275" anchor="ctr" anchorCtr="0">
            <a:spAutoFit/>
          </a:bodyPr>
          <a:lstStyle/>
          <a:p>
            <a:pPr marL="0" marR="0" lvl="0" indent="0" algn="r" rtl="0">
              <a:lnSpc>
                <a:spcPct val="100000"/>
              </a:lnSpc>
              <a:spcBef>
                <a:spcPts val="0"/>
              </a:spcBef>
              <a:spcAft>
                <a:spcPts val="0"/>
              </a:spcAft>
              <a:buClr>
                <a:srgbClr val="FFFFFF"/>
              </a:buClr>
              <a:buSzPts val="900"/>
              <a:buFont typeface="Oswald"/>
              <a:buNone/>
            </a:pPr>
            <a:fld id="{00000000-1234-1234-1234-123412341234}" type="slidenum">
              <a:rPr lang="en-US" sz="900" b="1">
                <a:solidFill>
                  <a:srgbClr val="FFFFFF"/>
                </a:solidFill>
                <a:latin typeface="Oswald"/>
                <a:ea typeface="Oswald"/>
                <a:cs typeface="Oswald"/>
                <a:sym typeface="Oswald"/>
              </a:rPr>
              <a:t>3</a:t>
            </a:fld>
            <a:endParaRPr/>
          </a:p>
        </p:txBody>
      </p:sp>
      <p:grpSp>
        <p:nvGrpSpPr>
          <p:cNvPr id="130" name="Google Shape;130;p2"/>
          <p:cNvGrpSpPr/>
          <p:nvPr/>
        </p:nvGrpSpPr>
        <p:grpSpPr>
          <a:xfrm>
            <a:off x="148225" y="56837"/>
            <a:ext cx="1185306" cy="469736"/>
            <a:chOff x="0" y="-2"/>
            <a:chExt cx="1575158" cy="784200"/>
          </a:xfrm>
        </p:grpSpPr>
        <p:sp>
          <p:nvSpPr>
            <p:cNvPr id="131" name="Google Shape;131;p2"/>
            <p:cNvSpPr/>
            <p:nvPr/>
          </p:nvSpPr>
          <p:spPr>
            <a:xfrm>
              <a:off x="0" y="-2"/>
              <a:ext cx="14568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32" name="Google Shape;132;p2"/>
            <p:cNvSpPr txBox="1"/>
            <p:nvPr/>
          </p:nvSpPr>
          <p:spPr>
            <a:xfrm>
              <a:off x="67658" y="178625"/>
              <a:ext cx="1507500" cy="3984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endParaRPr sz="1100">
                <a:latin typeface="Calibri"/>
                <a:ea typeface="Calibri"/>
                <a:cs typeface="Calibri"/>
                <a:sym typeface="Calibri"/>
              </a:endParaRPr>
            </a:p>
          </p:txBody>
        </p:sp>
      </p:grpSp>
      <p:pic>
        <p:nvPicPr>
          <p:cNvPr id="133" name="Google Shape;133;p2" descr="Beige and Gold Illustrative Happy Dussehra Poster.png"/>
          <p:cNvPicPr preferRelativeResize="0"/>
          <p:nvPr/>
        </p:nvPicPr>
        <p:blipFill rotWithShape="1">
          <a:blip r:embed="rId3">
            <a:alphaModFix/>
          </a:blip>
          <a:srcRect l="35901" t="25948" r="31270" b="48731"/>
          <a:stretch/>
        </p:blipFill>
        <p:spPr>
          <a:xfrm>
            <a:off x="8214759" y="112830"/>
            <a:ext cx="674493" cy="662043"/>
          </a:xfrm>
          <a:prstGeom prst="rect">
            <a:avLst/>
          </a:prstGeom>
          <a:noFill/>
          <a:ln>
            <a:noFill/>
          </a:ln>
        </p:spPr>
      </p:pic>
      <p:sp>
        <p:nvSpPr>
          <p:cNvPr id="134" name="Google Shape;134;p2"/>
          <p:cNvSpPr txBox="1"/>
          <p:nvPr/>
        </p:nvSpPr>
        <p:spPr>
          <a:xfrm>
            <a:off x="8067408" y="711531"/>
            <a:ext cx="969391" cy="306726"/>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sp>
        <p:nvSpPr>
          <p:cNvPr id="135" name="Google Shape;135;p2"/>
          <p:cNvSpPr/>
          <p:nvPr/>
        </p:nvSpPr>
        <p:spPr>
          <a:xfrm>
            <a:off x="247325" y="883425"/>
            <a:ext cx="4367973" cy="3885185"/>
          </a:xfrm>
          <a:custGeom>
            <a:avLst/>
            <a:gdLst/>
            <a:ahLst/>
            <a:cxnLst/>
            <a:rect l="l" t="t" r="r" b="b"/>
            <a:pathLst>
              <a:path w="6004087" h="5864430" extrusionOk="0">
                <a:moveTo>
                  <a:pt x="0" y="0"/>
                </a:moveTo>
                <a:lnTo>
                  <a:pt x="6004087" y="0"/>
                </a:lnTo>
                <a:lnTo>
                  <a:pt x="6004087" y="5864430"/>
                </a:lnTo>
                <a:lnTo>
                  <a:pt x="0" y="5864430"/>
                </a:lnTo>
                <a:lnTo>
                  <a:pt x="0" y="0"/>
                </a:lnTo>
                <a:close/>
              </a:path>
            </a:pathLst>
          </a:custGeom>
          <a:blipFill rotWithShape="1">
            <a:blip r:embed="rId4">
              <a:alphaModFix/>
            </a:blip>
            <a:stretch>
              <a:fillRect t="-19417"/>
            </a:stretch>
          </a:blipFill>
          <a:ln>
            <a:noFill/>
          </a:ln>
        </p:spPr>
      </p:sp>
      <p:sp>
        <p:nvSpPr>
          <p:cNvPr id="136" name="Google Shape;136;p2"/>
          <p:cNvSpPr/>
          <p:nvPr/>
        </p:nvSpPr>
        <p:spPr>
          <a:xfrm>
            <a:off x="669875" y="927100"/>
            <a:ext cx="3730800" cy="605425"/>
          </a:xfrm>
          <a:prstGeom prst="flowChartProcess">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300" b="1" i="0" u="none" strike="noStrike" cap="none">
                <a:solidFill>
                  <a:schemeClr val="dk1"/>
                </a:solidFill>
                <a:latin typeface="Arial"/>
                <a:ea typeface="Arial"/>
                <a:cs typeface="Arial"/>
                <a:sym typeface="Arial"/>
              </a:rPr>
              <a:t>User-Friendly Interface</a:t>
            </a:r>
            <a:endParaRPr sz="13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Provide a seamless and intuitive platform to list, request, and manage micro-collaboration opportunities.</a:t>
            </a:r>
            <a:endParaRPr sz="1400" b="0" i="0" u="none" strike="noStrike" cap="none">
              <a:solidFill>
                <a:srgbClr val="000000"/>
              </a:solidFill>
              <a:latin typeface="Arial"/>
              <a:ea typeface="Arial"/>
              <a:cs typeface="Arial"/>
              <a:sym typeface="Arial"/>
            </a:endParaRPr>
          </a:p>
        </p:txBody>
      </p:sp>
      <p:sp>
        <p:nvSpPr>
          <p:cNvPr id="137" name="Google Shape;137;p2"/>
          <p:cNvSpPr/>
          <p:nvPr/>
        </p:nvSpPr>
        <p:spPr>
          <a:xfrm>
            <a:off x="669875" y="1617675"/>
            <a:ext cx="3730800" cy="605400"/>
          </a:xfrm>
          <a:prstGeom prst="rect">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100" b="1" i="0" u="none" strike="noStrike" cap="none">
                <a:solidFill>
                  <a:schemeClr val="dk1"/>
                </a:solidFill>
                <a:latin typeface="Arial"/>
                <a:ea typeface="Arial"/>
                <a:cs typeface="Arial"/>
                <a:sym typeface="Arial"/>
              </a:rPr>
              <a:t>Standardized Skill Matching</a:t>
            </a:r>
            <a:endParaRPr sz="11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Use filters to match users based on skills, availability, and preferences.</a:t>
            </a:r>
            <a:endParaRPr sz="1400" b="0" i="0" u="none" strike="noStrike" cap="none">
              <a:solidFill>
                <a:srgbClr val="000000"/>
              </a:solidFill>
              <a:latin typeface="Arial"/>
              <a:ea typeface="Arial"/>
              <a:cs typeface="Arial"/>
              <a:sym typeface="Arial"/>
            </a:endParaRPr>
          </a:p>
        </p:txBody>
      </p:sp>
      <p:sp>
        <p:nvSpPr>
          <p:cNvPr id="138" name="Google Shape;138;p2"/>
          <p:cNvSpPr/>
          <p:nvPr/>
        </p:nvSpPr>
        <p:spPr>
          <a:xfrm>
            <a:off x="669925" y="2308225"/>
            <a:ext cx="3730800" cy="5397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100" b="1">
                <a:solidFill>
                  <a:schemeClr val="dk1"/>
                </a:solidFill>
              </a:rPr>
              <a:t>Transparent and Flexible </a:t>
            </a:r>
            <a:r>
              <a:rPr lang="en-US" sz="1100" b="1" i="0" u="none" strike="noStrike" cap="none">
                <a:solidFill>
                  <a:schemeClr val="dk1"/>
                </a:solidFill>
                <a:latin typeface="Arial"/>
                <a:ea typeface="Arial"/>
                <a:cs typeface="Arial"/>
                <a:sym typeface="Arial"/>
              </a:rPr>
              <a:t>Communication</a:t>
            </a:r>
            <a:endParaRPr sz="11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a:solidFill>
                  <a:schemeClr val="dk1"/>
                </a:solidFill>
              </a:rPr>
              <a:t>Users can directly interact with each other for any doubt. </a:t>
            </a:r>
            <a:endParaRPr sz="1400" b="0" i="0" u="none" strike="noStrike" cap="none">
              <a:solidFill>
                <a:srgbClr val="000000"/>
              </a:solidFill>
              <a:latin typeface="Arial"/>
              <a:ea typeface="Arial"/>
              <a:cs typeface="Arial"/>
              <a:sym typeface="Arial"/>
            </a:endParaRPr>
          </a:p>
        </p:txBody>
      </p:sp>
      <p:sp>
        <p:nvSpPr>
          <p:cNvPr id="139" name="Google Shape;139;p2"/>
          <p:cNvSpPr/>
          <p:nvPr/>
        </p:nvSpPr>
        <p:spPr>
          <a:xfrm>
            <a:off x="701725" y="2895600"/>
            <a:ext cx="3730800" cy="5397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100" b="1" i="0" u="none" strike="noStrike" cap="none" dirty="0">
                <a:solidFill>
                  <a:schemeClr val="dk1"/>
                </a:solidFill>
                <a:latin typeface="Arial"/>
                <a:ea typeface="Arial"/>
                <a:cs typeface="Arial"/>
                <a:sym typeface="Arial"/>
              </a:rPr>
              <a:t>Automated Updates and Feedback</a:t>
            </a:r>
            <a:endParaRPr sz="1100" b="1"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dirty="0">
                <a:solidFill>
                  <a:schemeClr val="dk1"/>
                </a:solidFill>
                <a:latin typeface="Arial"/>
                <a:ea typeface="Arial"/>
                <a:cs typeface="Arial"/>
                <a:sym typeface="Arial"/>
              </a:rPr>
              <a:t>Regularly update platform features, while collecting continuous user feedback .</a:t>
            </a:r>
            <a:endParaRPr sz="1100" b="0" i="0" u="none" strike="noStrike" cap="none" dirty="0">
              <a:solidFill>
                <a:srgbClr val="000000"/>
              </a:solidFill>
              <a:latin typeface="Arial"/>
              <a:ea typeface="Arial"/>
              <a:cs typeface="Arial"/>
              <a:sym typeface="Arial"/>
            </a:endParaRPr>
          </a:p>
        </p:txBody>
      </p:sp>
      <p:sp>
        <p:nvSpPr>
          <p:cNvPr id="140" name="Google Shape;140;p2"/>
          <p:cNvSpPr/>
          <p:nvPr/>
        </p:nvSpPr>
        <p:spPr>
          <a:xfrm>
            <a:off x="685775" y="3482975"/>
            <a:ext cx="3714900" cy="539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100" b="1" i="0" u="none" strike="noStrike" cap="none">
                <a:solidFill>
                  <a:schemeClr val="dk1"/>
                </a:solidFill>
                <a:latin typeface="Arial"/>
                <a:ea typeface="Arial"/>
                <a:cs typeface="Arial"/>
                <a:sym typeface="Arial"/>
              </a:rPr>
              <a:t>Real-Time Collaboration Tools</a:t>
            </a:r>
            <a:endParaRPr sz="11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Arial"/>
                <a:ea typeface="Arial"/>
                <a:cs typeface="Arial"/>
                <a:sym typeface="Arial"/>
              </a:rPr>
              <a:t>Enable instant bookings, scheduling, and</a:t>
            </a:r>
            <a:r>
              <a:rPr lang="en-US" sz="1100">
                <a:solidFill>
                  <a:schemeClr val="dk1"/>
                </a:solidFill>
              </a:rPr>
              <a:t> </a:t>
            </a:r>
            <a:r>
              <a:rPr lang="en-US" sz="1100" b="0" i="0" u="none" strike="noStrike" cap="none">
                <a:solidFill>
                  <a:schemeClr val="dk1"/>
                </a:solidFill>
                <a:latin typeface="Arial"/>
                <a:ea typeface="Arial"/>
                <a:cs typeface="Arial"/>
                <a:sym typeface="Arial"/>
              </a:rPr>
              <a:t>collaboration with minimal delays.</a:t>
            </a:r>
            <a:endParaRPr sz="1400" b="0" i="0" u="none" strike="noStrike" cap="none">
              <a:solidFill>
                <a:srgbClr val="000000"/>
              </a:solidFill>
              <a:latin typeface="Arial"/>
              <a:ea typeface="Arial"/>
              <a:cs typeface="Arial"/>
              <a:sym typeface="Arial"/>
            </a:endParaRPr>
          </a:p>
        </p:txBody>
      </p:sp>
      <p:sp>
        <p:nvSpPr>
          <p:cNvPr id="141" name="Google Shape;141;p2"/>
          <p:cNvSpPr/>
          <p:nvPr/>
        </p:nvSpPr>
        <p:spPr>
          <a:xfrm>
            <a:off x="685775" y="4070350"/>
            <a:ext cx="3730800" cy="5553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a:buNone/>
            </a:pPr>
            <a:r>
              <a:rPr lang="en-US" sz="1000" b="1" i="0" u="none" strike="noStrike" cap="none">
                <a:solidFill>
                  <a:schemeClr val="dk1"/>
                </a:solidFill>
                <a:latin typeface="Arial"/>
                <a:ea typeface="Arial"/>
                <a:cs typeface="Arial"/>
                <a:sym typeface="Arial"/>
              </a:rPr>
              <a:t>Modular and Scalable Design</a:t>
            </a:r>
            <a:endParaRPr sz="10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dk1"/>
                </a:solidFill>
                <a:latin typeface="Arial"/>
                <a:ea typeface="Arial"/>
                <a:cs typeface="Arial"/>
                <a:sym typeface="Arial"/>
              </a:rPr>
              <a:t>Create a customizable architecture, allowing easy integration of new features and support for legacy systems.</a:t>
            </a:r>
            <a:endParaRPr sz="1300" b="0" i="0" u="none" strike="noStrike" cap="none">
              <a:solidFill>
                <a:srgbClr val="000000"/>
              </a:solidFill>
              <a:latin typeface="Arial"/>
              <a:ea typeface="Arial"/>
              <a:cs typeface="Arial"/>
              <a:sym typeface="Arial"/>
            </a:endParaRPr>
          </a:p>
        </p:txBody>
      </p:sp>
      <p:sp>
        <p:nvSpPr>
          <p:cNvPr id="142" name="Google Shape;142;p2"/>
          <p:cNvSpPr txBox="1"/>
          <p:nvPr/>
        </p:nvSpPr>
        <p:spPr>
          <a:xfrm>
            <a:off x="4615300" y="522288"/>
            <a:ext cx="3372000" cy="3774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1F497D"/>
                </a:solidFill>
                <a:latin typeface="Arial"/>
                <a:ea typeface="Arial"/>
                <a:cs typeface="Arial"/>
                <a:sym typeface="Arial"/>
              </a:rPr>
              <a:t>INNOVATION AND UNIQUENESS OF THE SOLUTION:</a:t>
            </a:r>
            <a:endParaRPr sz="1600" b="1" i="0" u="none" strike="noStrike" cap="none">
              <a:solidFill>
                <a:srgbClr val="1F497D"/>
              </a:solidFill>
              <a:latin typeface="Arial"/>
              <a:ea typeface="Arial"/>
              <a:cs typeface="Arial"/>
              <a:sym typeface="Arial"/>
            </a:endParaRPr>
          </a:p>
        </p:txBody>
      </p:sp>
      <p:sp>
        <p:nvSpPr>
          <p:cNvPr id="143" name="Google Shape;143;p2"/>
          <p:cNvSpPr txBox="1"/>
          <p:nvPr/>
        </p:nvSpPr>
        <p:spPr>
          <a:xfrm>
            <a:off x="7115175" y="-1089025"/>
            <a:ext cx="6764100" cy="78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85858"/>
              </a:solidFill>
              <a:latin typeface="Arial"/>
              <a:ea typeface="Arial"/>
              <a:cs typeface="Arial"/>
              <a:sym typeface="Arial"/>
            </a:endParaRPr>
          </a:p>
        </p:txBody>
      </p:sp>
      <p:pic>
        <p:nvPicPr>
          <p:cNvPr id="144" name="Google Shape;144;p2"/>
          <p:cNvPicPr preferRelativeResize="0"/>
          <p:nvPr/>
        </p:nvPicPr>
        <p:blipFill rotWithShape="1">
          <a:blip r:embed="rId5">
            <a:alphaModFix/>
          </a:blip>
          <a:srcRect l="13534" r="41999" b="25256"/>
          <a:stretch/>
        </p:blipFill>
        <p:spPr>
          <a:xfrm>
            <a:off x="4526675" y="988775"/>
            <a:ext cx="4582723" cy="37296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2a74f8924a_1_13"/>
          <p:cNvSpPr txBox="1"/>
          <p:nvPr/>
        </p:nvSpPr>
        <p:spPr>
          <a:xfrm>
            <a:off x="3520449" y="4800061"/>
            <a:ext cx="23343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a:p>
        </p:txBody>
      </p:sp>
      <p:sp>
        <p:nvSpPr>
          <p:cNvPr id="150" name="Google Shape;150;g32a74f8924a_1_13"/>
          <p:cNvSpPr/>
          <p:nvPr/>
        </p:nvSpPr>
        <p:spPr>
          <a:xfrm>
            <a:off x="-1" y="4766071"/>
            <a:ext cx="9144000" cy="377400"/>
          </a:xfrm>
          <a:prstGeom prst="rect">
            <a:avLst/>
          </a:prstGeom>
          <a:solidFill>
            <a:srgbClr val="0070C0"/>
          </a:solidFill>
          <a:ln>
            <a:noFill/>
          </a:ln>
          <a:effectLst>
            <a:outerShdw dist="23000" dir="5400000" rotWithShape="0">
              <a:srgbClr val="808080">
                <a:alpha val="3451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51" name="Google Shape;151;g32a74f8924a_1_13"/>
          <p:cNvSpPr txBox="1"/>
          <p:nvPr/>
        </p:nvSpPr>
        <p:spPr>
          <a:xfrm>
            <a:off x="247324" y="-13"/>
            <a:ext cx="8229600" cy="605400"/>
          </a:xfrm>
          <a:prstGeom prst="rect">
            <a:avLst/>
          </a:prstGeom>
          <a:noFill/>
          <a:ln>
            <a:noFill/>
          </a:ln>
        </p:spPr>
        <p:txBody>
          <a:bodyPr spcFirstLastPara="1" wrap="square" lIns="34275" tIns="34275" rIns="34275" bIns="34275" anchor="ctr" anchorCtr="0">
            <a:normAutofit/>
          </a:bodyPr>
          <a:lstStyle/>
          <a:p>
            <a:pPr marL="0" lvl="0" indent="0" algn="ctr" rtl="0">
              <a:spcBef>
                <a:spcPts val="0"/>
              </a:spcBef>
              <a:spcAft>
                <a:spcPts val="0"/>
              </a:spcAft>
              <a:buNone/>
            </a:pPr>
            <a:r>
              <a:rPr lang="en-US" sz="2700" b="1" dirty="0">
                <a:solidFill>
                  <a:srgbClr val="000000"/>
                </a:solidFill>
                <a:latin typeface="Times New Roman"/>
                <a:ea typeface="Times New Roman"/>
                <a:cs typeface="Times New Roman"/>
                <a:sym typeface="Times New Roman"/>
              </a:rPr>
              <a:t>Fusion Fest Hackathon </a:t>
            </a:r>
            <a:endParaRPr sz="3300" dirty="0">
              <a:solidFill>
                <a:srgbClr val="000000"/>
              </a:solidFill>
              <a:latin typeface="Oswald"/>
              <a:ea typeface="Oswald"/>
              <a:cs typeface="Oswald"/>
              <a:sym typeface="Oswald"/>
            </a:endParaRPr>
          </a:p>
        </p:txBody>
      </p:sp>
      <p:sp>
        <p:nvSpPr>
          <p:cNvPr id="152" name="Google Shape;152;g32a74f8924a_1_13"/>
          <p:cNvSpPr txBox="1"/>
          <p:nvPr/>
        </p:nvSpPr>
        <p:spPr>
          <a:xfrm>
            <a:off x="8541981" y="4800061"/>
            <a:ext cx="144900" cy="2079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US" sz="900" b="1">
                <a:solidFill>
                  <a:srgbClr val="FFFFFF"/>
                </a:solidFill>
                <a:latin typeface="Oswald"/>
                <a:ea typeface="Oswald"/>
                <a:cs typeface="Oswald"/>
                <a:sym typeface="Oswald"/>
              </a:rPr>
              <a:t>4</a:t>
            </a:fld>
            <a:endParaRPr sz="1000">
              <a:solidFill>
                <a:srgbClr val="000000"/>
              </a:solidFill>
              <a:latin typeface="Playfair Display"/>
              <a:ea typeface="Playfair Display"/>
              <a:cs typeface="Playfair Display"/>
              <a:sym typeface="Playfair Display"/>
            </a:endParaRPr>
          </a:p>
        </p:txBody>
      </p:sp>
      <p:grpSp>
        <p:nvGrpSpPr>
          <p:cNvPr id="153" name="Google Shape;153;g32a74f8924a_1_13"/>
          <p:cNvGrpSpPr/>
          <p:nvPr/>
        </p:nvGrpSpPr>
        <p:grpSpPr>
          <a:xfrm>
            <a:off x="247325" y="112825"/>
            <a:ext cx="1170974" cy="580256"/>
            <a:chOff x="0" y="-1"/>
            <a:chExt cx="1288200" cy="819687"/>
          </a:xfrm>
        </p:grpSpPr>
        <p:sp>
          <p:nvSpPr>
            <p:cNvPr id="154" name="Google Shape;154;g32a74f8924a_1_13"/>
            <p:cNvSpPr/>
            <p:nvPr/>
          </p:nvSpPr>
          <p:spPr>
            <a:xfrm>
              <a:off x="0" y="-1"/>
              <a:ext cx="12882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55" name="Google Shape;155;g32a74f8924a_1_13"/>
            <p:cNvSpPr txBox="1"/>
            <p:nvPr/>
          </p:nvSpPr>
          <p:spPr>
            <a:xfrm>
              <a:off x="87145" y="199886"/>
              <a:ext cx="1113900" cy="6198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endParaRPr sz="600">
                <a:solidFill>
                  <a:schemeClr val="dk1"/>
                </a:solidFill>
              </a:endParaRPr>
            </a:p>
            <a:p>
              <a:pPr marL="0" lvl="0" indent="0" algn="l" rtl="0">
                <a:spcBef>
                  <a:spcPts val="0"/>
                </a:spcBef>
                <a:spcAft>
                  <a:spcPts val="0"/>
                </a:spcAft>
                <a:buClr>
                  <a:srgbClr val="000000"/>
                </a:buClr>
                <a:buSzPts val="1100"/>
                <a:buFont typeface="Arial"/>
                <a:buNone/>
              </a:pPr>
              <a:endParaRPr sz="1300"/>
            </a:p>
          </p:txBody>
        </p:sp>
      </p:grpSp>
      <p:pic>
        <p:nvPicPr>
          <p:cNvPr id="156" name="Google Shape;156;g32a74f8924a_1_13" descr="Beige and Gold Illustrative Happy Dussehra Poster.png"/>
          <p:cNvPicPr preferRelativeResize="0"/>
          <p:nvPr/>
        </p:nvPicPr>
        <p:blipFill rotWithShape="1">
          <a:blip r:embed="rId3">
            <a:alphaModFix/>
          </a:blip>
          <a:srcRect l="35900" t="25949" r="31271" b="48731"/>
          <a:stretch/>
        </p:blipFill>
        <p:spPr>
          <a:xfrm>
            <a:off x="8214759" y="112830"/>
            <a:ext cx="674495" cy="662041"/>
          </a:xfrm>
          <a:prstGeom prst="rect">
            <a:avLst/>
          </a:prstGeom>
          <a:noFill/>
          <a:ln>
            <a:noFill/>
          </a:ln>
        </p:spPr>
      </p:pic>
      <p:sp>
        <p:nvSpPr>
          <p:cNvPr id="157" name="Google Shape;157;g32a74f8924a_1_13"/>
          <p:cNvSpPr txBox="1"/>
          <p:nvPr/>
        </p:nvSpPr>
        <p:spPr>
          <a:xfrm>
            <a:off x="8067408" y="711531"/>
            <a:ext cx="969300" cy="306600"/>
          </a:xfrm>
          <a:prstGeom prst="rect">
            <a:avLst/>
          </a:prstGeom>
          <a:noFill/>
          <a:ln>
            <a:noFill/>
          </a:ln>
        </p:spPr>
        <p:txBody>
          <a:bodyPr spcFirstLastPara="1" wrap="square" lIns="34275" tIns="34275" rIns="34275" bIns="34275" anchor="ctr" anchorCtr="0">
            <a:normAutofit lnSpcReduction="10000"/>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a:p>
        </p:txBody>
      </p:sp>
      <p:sp>
        <p:nvSpPr>
          <p:cNvPr id="158" name="Google Shape;158;g32a74f8924a_1_13"/>
          <p:cNvSpPr txBox="1"/>
          <p:nvPr/>
        </p:nvSpPr>
        <p:spPr>
          <a:xfrm>
            <a:off x="4578200" y="529938"/>
            <a:ext cx="3372000" cy="3774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600" b="1">
              <a:solidFill>
                <a:srgbClr val="1F497D"/>
              </a:solidFill>
            </a:endParaRPr>
          </a:p>
        </p:txBody>
      </p:sp>
      <p:sp>
        <p:nvSpPr>
          <p:cNvPr id="159" name="Google Shape;159;g32a74f8924a_1_13"/>
          <p:cNvSpPr txBox="1"/>
          <p:nvPr/>
        </p:nvSpPr>
        <p:spPr>
          <a:xfrm>
            <a:off x="7115175" y="-1089025"/>
            <a:ext cx="6764100" cy="78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rgbClr val="585858"/>
              </a:solidFill>
            </a:endParaRPr>
          </a:p>
        </p:txBody>
      </p:sp>
      <p:sp>
        <p:nvSpPr>
          <p:cNvPr id="160" name="Google Shape;160;g32a74f8924a_1_13"/>
          <p:cNvSpPr txBox="1"/>
          <p:nvPr/>
        </p:nvSpPr>
        <p:spPr>
          <a:xfrm>
            <a:off x="3404850" y="510900"/>
            <a:ext cx="2334300" cy="44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700" b="1">
                <a:solidFill>
                  <a:srgbClr val="953734"/>
                </a:solidFill>
              </a:rPr>
              <a:t>Key Features</a:t>
            </a:r>
            <a:endParaRPr sz="1700" b="1">
              <a:solidFill>
                <a:srgbClr val="953734"/>
              </a:solidFill>
            </a:endParaRPr>
          </a:p>
        </p:txBody>
      </p:sp>
      <p:sp>
        <p:nvSpPr>
          <p:cNvPr id="161" name="Google Shape;161;g32a74f8924a_1_13"/>
          <p:cNvSpPr txBox="1"/>
          <p:nvPr/>
        </p:nvSpPr>
        <p:spPr>
          <a:xfrm>
            <a:off x="900400" y="1067250"/>
            <a:ext cx="7167000" cy="34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dirty="0">
                <a:solidFill>
                  <a:schemeClr val="dk1"/>
                </a:solidFill>
              </a:rPr>
              <a:t>Skill Exchange Ecosystem</a:t>
            </a:r>
            <a:r>
              <a:rPr lang="en-US" dirty="0">
                <a:solidFill>
                  <a:schemeClr val="dk1"/>
                </a:solidFill>
              </a:rPr>
              <a:t>: A unique platform where students can trade their skills with or without monetary exchange, fostering a collaborative community and also it helps in keeping the motivation alive between collaborators.</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US" b="1" dirty="0">
                <a:solidFill>
                  <a:schemeClr val="dk1"/>
                </a:solidFill>
              </a:rPr>
              <a:t>Verified Collaborators: </a:t>
            </a:r>
            <a:r>
              <a:rPr lang="en-US" dirty="0">
                <a:solidFill>
                  <a:schemeClr val="dk1"/>
                </a:solidFill>
              </a:rPr>
              <a:t>Users are verified through their </a:t>
            </a:r>
            <a:r>
              <a:rPr lang="en-US" dirty="0" err="1">
                <a:solidFill>
                  <a:schemeClr val="dk1"/>
                </a:solidFill>
              </a:rPr>
              <a:t>Github</a:t>
            </a:r>
            <a:r>
              <a:rPr lang="en-US" dirty="0">
                <a:solidFill>
                  <a:schemeClr val="dk1"/>
                </a:solidFill>
              </a:rPr>
              <a:t> account.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US" b="1" dirty="0">
                <a:solidFill>
                  <a:schemeClr val="dk1"/>
                </a:solidFill>
              </a:rPr>
              <a:t>Best Booking algorithm</a:t>
            </a:r>
            <a:r>
              <a:rPr lang="en-US" dirty="0">
                <a:solidFill>
                  <a:schemeClr val="dk1"/>
                </a:solidFill>
              </a:rPr>
              <a:t>: Displays students based on complementary skills and project needs, ensuring efficient collaborations.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r>
              <a:rPr lang="en-US" b="1" dirty="0">
                <a:solidFill>
                  <a:schemeClr val="dk1"/>
                </a:solidFill>
              </a:rPr>
              <a:t>Built-In Micro-Funding Mechanism</a:t>
            </a:r>
            <a:r>
              <a:rPr lang="en-US" dirty="0">
                <a:solidFill>
                  <a:schemeClr val="dk1"/>
                </a:solidFill>
              </a:rPr>
              <a:t>: Enables students to raise small-scale funding directly from collaborators or sponsors to support their projects.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US" b="1" dirty="0">
                <a:solidFill>
                  <a:schemeClr val="dk1"/>
                </a:solidFill>
              </a:rPr>
              <a:t>No Platform Like This Exists</a:t>
            </a:r>
            <a:r>
              <a:rPr lang="en-US" dirty="0">
                <a:solidFill>
                  <a:schemeClr val="dk1"/>
                </a:solidFill>
              </a:rPr>
              <a:t>: A truly innovative solution that combines skill exchange, collaboration tools, and micro-funding under one roof.</a:t>
            </a:r>
            <a:endParaRPr dirty="0">
              <a:solidFill>
                <a:schemeClr val="dk1"/>
              </a:solidFill>
            </a:endParaRPr>
          </a:p>
          <a:p>
            <a:pPr marL="0" lvl="0" indent="0" algn="l" rtl="0">
              <a:spcBef>
                <a:spcPts val="0"/>
              </a:spcBef>
              <a:spcAft>
                <a:spcPts val="0"/>
              </a:spcAft>
              <a:buNone/>
            </a:pPr>
            <a:endParaRPr sz="1800" dirty="0">
              <a:solidFill>
                <a:srgbClr val="58585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
          <p:cNvSpPr txBox="1"/>
          <p:nvPr/>
        </p:nvSpPr>
        <p:spPr>
          <a:xfrm>
            <a:off x="3520449" y="4800089"/>
            <a:ext cx="2334402" cy="208251"/>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sz="1400" b="0" i="0" u="none" strike="noStrike" cap="none">
              <a:solidFill>
                <a:srgbClr val="000000"/>
              </a:solidFill>
              <a:latin typeface="Arial"/>
              <a:ea typeface="Arial"/>
              <a:cs typeface="Arial"/>
              <a:sym typeface="Arial"/>
            </a:endParaRPr>
          </a:p>
        </p:txBody>
      </p:sp>
      <p:sp>
        <p:nvSpPr>
          <p:cNvPr id="167" name="Google Shape;167;p3"/>
          <p:cNvSpPr/>
          <p:nvPr/>
        </p:nvSpPr>
        <p:spPr>
          <a:xfrm>
            <a:off x="0" y="4766071"/>
            <a:ext cx="9144000" cy="377401"/>
          </a:xfrm>
          <a:prstGeom prst="rect">
            <a:avLst/>
          </a:prstGeom>
          <a:solidFill>
            <a:srgbClr val="0070C0"/>
          </a:solidFill>
          <a:ln>
            <a:noFill/>
          </a:ln>
          <a:effectLst>
            <a:outerShdw dist="23000" dir="5400000" rotWithShape="0">
              <a:srgbClr val="808080">
                <a:alpha val="34117"/>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68" name="Google Shape;168;p3"/>
          <p:cNvSpPr txBox="1">
            <a:spLocks noGrp="1"/>
          </p:cNvSpPr>
          <p:nvPr>
            <p:ph type="title"/>
          </p:nvPr>
        </p:nvSpPr>
        <p:spPr>
          <a:xfrm>
            <a:off x="457200" y="32751"/>
            <a:ext cx="8229600" cy="602400"/>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000000"/>
              </a:buClr>
              <a:buSzPts val="2300"/>
              <a:buFont typeface="Times New Roman"/>
              <a:buNone/>
            </a:pPr>
            <a:r>
              <a:rPr lang="en-US" sz="2300" b="1">
                <a:latin typeface="Times New Roman"/>
                <a:ea typeface="Times New Roman"/>
                <a:cs typeface="Times New Roman"/>
                <a:sym typeface="Times New Roman"/>
              </a:rPr>
              <a:t>TECHNICAL APPROACH</a:t>
            </a:r>
            <a:endParaRPr/>
          </a:p>
        </p:txBody>
      </p:sp>
      <p:sp>
        <p:nvSpPr>
          <p:cNvPr id="169" name="Google Shape;169;p3"/>
          <p:cNvSpPr txBox="1">
            <a:spLocks noGrp="1"/>
          </p:cNvSpPr>
          <p:nvPr>
            <p:ph type="sldNum" idx="4294967295"/>
          </p:nvPr>
        </p:nvSpPr>
        <p:spPr>
          <a:xfrm>
            <a:off x="8541981" y="4800089"/>
            <a:ext cx="144820" cy="208251"/>
          </a:xfrm>
          <a:prstGeom prst="rect">
            <a:avLst/>
          </a:prstGeom>
          <a:noFill/>
          <a:ln>
            <a:noFill/>
          </a:ln>
        </p:spPr>
        <p:txBody>
          <a:bodyPr spcFirstLastPara="1" wrap="square" lIns="34275" tIns="34275" rIns="34275" bIns="34275" anchor="ctr" anchorCtr="0">
            <a:spAutoFit/>
          </a:bodyPr>
          <a:lstStyle/>
          <a:p>
            <a:pPr marL="0" marR="0" lvl="0" indent="0" algn="r" rtl="0">
              <a:lnSpc>
                <a:spcPct val="100000"/>
              </a:lnSpc>
              <a:spcBef>
                <a:spcPts val="0"/>
              </a:spcBef>
              <a:spcAft>
                <a:spcPts val="0"/>
              </a:spcAft>
              <a:buClr>
                <a:srgbClr val="FFFFFF"/>
              </a:buClr>
              <a:buSzPts val="900"/>
              <a:buFont typeface="Oswald"/>
              <a:buNone/>
            </a:pPr>
            <a:fld id="{00000000-1234-1234-1234-123412341234}" type="slidenum">
              <a:rPr lang="en-US" sz="900" b="1">
                <a:solidFill>
                  <a:srgbClr val="FFFFFF"/>
                </a:solidFill>
                <a:latin typeface="Oswald"/>
                <a:ea typeface="Oswald"/>
                <a:cs typeface="Oswald"/>
                <a:sym typeface="Oswald"/>
              </a:rPr>
              <a:t>5</a:t>
            </a:fld>
            <a:endParaRPr/>
          </a:p>
        </p:txBody>
      </p:sp>
      <p:pic>
        <p:nvPicPr>
          <p:cNvPr id="170" name="Google Shape;170;p3" descr="Beige and Gold Illustrative Happy Dussehra Poster.png"/>
          <p:cNvPicPr preferRelativeResize="0"/>
          <p:nvPr/>
        </p:nvPicPr>
        <p:blipFill rotWithShape="1">
          <a:blip r:embed="rId3">
            <a:alphaModFix/>
          </a:blip>
          <a:srcRect l="35901" t="25948" r="31270" b="48731"/>
          <a:stretch/>
        </p:blipFill>
        <p:spPr>
          <a:xfrm>
            <a:off x="8277147" y="162755"/>
            <a:ext cx="674496" cy="662044"/>
          </a:xfrm>
          <a:prstGeom prst="rect">
            <a:avLst/>
          </a:prstGeom>
          <a:noFill/>
          <a:ln>
            <a:noFill/>
          </a:ln>
        </p:spPr>
      </p:pic>
      <p:sp>
        <p:nvSpPr>
          <p:cNvPr id="171" name="Google Shape;171;p3"/>
          <p:cNvSpPr txBox="1"/>
          <p:nvPr/>
        </p:nvSpPr>
        <p:spPr>
          <a:xfrm>
            <a:off x="8129733" y="824806"/>
            <a:ext cx="969300" cy="306600"/>
          </a:xfrm>
          <a:prstGeom prst="rect">
            <a:avLst/>
          </a:prstGeom>
          <a:noFill/>
          <a:ln>
            <a:noFill/>
          </a:ln>
        </p:spPr>
        <p:txBody>
          <a:bodyPr spcFirstLastPara="1" wrap="square" lIns="34275" tIns="34275" rIns="34275" bIns="34275" anchor="ctr" anchorCtr="0">
            <a:normAutofit lnSpcReduction="10000"/>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grpSp>
        <p:nvGrpSpPr>
          <p:cNvPr id="172" name="Google Shape;172;p3"/>
          <p:cNvGrpSpPr/>
          <p:nvPr/>
        </p:nvGrpSpPr>
        <p:grpSpPr>
          <a:xfrm>
            <a:off x="184692" y="110192"/>
            <a:ext cx="1237335" cy="602422"/>
            <a:chOff x="422450" y="151297"/>
            <a:chExt cx="1446161" cy="784200"/>
          </a:xfrm>
        </p:grpSpPr>
        <p:sp>
          <p:nvSpPr>
            <p:cNvPr id="173" name="Google Shape;173;p3"/>
            <p:cNvSpPr/>
            <p:nvPr/>
          </p:nvSpPr>
          <p:spPr>
            <a:xfrm>
              <a:off x="422450" y="151297"/>
              <a:ext cx="12882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74" name="Google Shape;174;p3"/>
            <p:cNvSpPr txBox="1"/>
            <p:nvPr/>
          </p:nvSpPr>
          <p:spPr>
            <a:xfrm>
              <a:off x="491611" y="336793"/>
              <a:ext cx="1377000" cy="5910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endParaRPr sz="600">
                <a:solidFill>
                  <a:schemeClr val="dk1"/>
                </a:solidFill>
              </a:endParaRPr>
            </a:p>
            <a:p>
              <a:pPr marL="0" marR="0" lvl="0" indent="0" algn="ctr" rtl="0">
                <a:lnSpc>
                  <a:spcPct val="100000"/>
                </a:lnSpc>
                <a:spcBef>
                  <a:spcPts val="0"/>
                </a:spcBef>
                <a:spcAft>
                  <a:spcPts val="0"/>
                </a:spcAft>
                <a:buClr>
                  <a:srgbClr val="000000"/>
                </a:buClr>
                <a:buSzPts val="1400"/>
                <a:buFont typeface="Calibri"/>
                <a:buNone/>
              </a:pPr>
              <a:endParaRPr>
                <a:latin typeface="Calibri"/>
                <a:ea typeface="Calibri"/>
                <a:cs typeface="Calibri"/>
                <a:sym typeface="Calibri"/>
              </a:endParaRPr>
            </a:p>
          </p:txBody>
        </p:sp>
      </p:grpSp>
      <p:pic>
        <p:nvPicPr>
          <p:cNvPr id="175" name="Google Shape;175;p3"/>
          <p:cNvPicPr preferRelativeResize="0"/>
          <p:nvPr/>
        </p:nvPicPr>
        <p:blipFill rotWithShape="1">
          <a:blip r:embed="rId4">
            <a:alphaModFix/>
          </a:blip>
          <a:srcRect l="4657" t="5301" r="5260" b="5595"/>
          <a:stretch/>
        </p:blipFill>
        <p:spPr>
          <a:xfrm>
            <a:off x="1547963" y="635150"/>
            <a:ext cx="5899274" cy="4109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4"/>
          <p:cNvSpPr txBox="1"/>
          <p:nvPr/>
        </p:nvSpPr>
        <p:spPr>
          <a:xfrm>
            <a:off x="3520449" y="4800061"/>
            <a:ext cx="2334402" cy="208251"/>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sz="1400" b="0" i="0" u="none" strike="noStrike" cap="none">
              <a:solidFill>
                <a:srgbClr val="000000"/>
              </a:solidFill>
              <a:latin typeface="Arial"/>
              <a:ea typeface="Arial"/>
              <a:cs typeface="Arial"/>
              <a:sym typeface="Arial"/>
            </a:endParaRPr>
          </a:p>
        </p:txBody>
      </p:sp>
      <p:sp>
        <p:nvSpPr>
          <p:cNvPr id="181" name="Google Shape;181;p4"/>
          <p:cNvSpPr/>
          <p:nvPr/>
        </p:nvSpPr>
        <p:spPr>
          <a:xfrm>
            <a:off x="-1" y="4766071"/>
            <a:ext cx="9144001" cy="377430"/>
          </a:xfrm>
          <a:prstGeom prst="rect">
            <a:avLst/>
          </a:prstGeom>
          <a:solidFill>
            <a:srgbClr val="0070C0"/>
          </a:solidFill>
          <a:ln>
            <a:noFill/>
          </a:ln>
          <a:effectLst>
            <a:outerShdw dist="23000" dir="5400000" rotWithShape="0">
              <a:srgbClr val="808080">
                <a:alpha val="34117"/>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82" name="Google Shape;182;p4"/>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000000"/>
              </a:buClr>
              <a:buSzPts val="2700"/>
              <a:buFont typeface="Times New Roman"/>
              <a:buNone/>
            </a:pPr>
            <a:r>
              <a:rPr lang="en-US" sz="2700" b="1">
                <a:latin typeface="Times New Roman"/>
                <a:ea typeface="Times New Roman"/>
                <a:cs typeface="Times New Roman"/>
                <a:sym typeface="Times New Roman"/>
              </a:rPr>
              <a:t>FEASIBILITY AND VIABILITY</a:t>
            </a:r>
            <a:endParaRPr/>
          </a:p>
        </p:txBody>
      </p:sp>
      <p:sp>
        <p:nvSpPr>
          <p:cNvPr id="183" name="Google Shape;183;p4"/>
          <p:cNvSpPr txBox="1">
            <a:spLocks noGrp="1"/>
          </p:cNvSpPr>
          <p:nvPr>
            <p:ph type="sldNum" idx="4294967295"/>
          </p:nvPr>
        </p:nvSpPr>
        <p:spPr>
          <a:xfrm>
            <a:off x="8541981" y="4800061"/>
            <a:ext cx="144820" cy="208251"/>
          </a:xfrm>
          <a:prstGeom prst="rect">
            <a:avLst/>
          </a:prstGeom>
          <a:noFill/>
          <a:ln>
            <a:noFill/>
          </a:ln>
        </p:spPr>
        <p:txBody>
          <a:bodyPr spcFirstLastPara="1" wrap="square" lIns="34275" tIns="34275" rIns="34275" bIns="34275" anchor="ctr" anchorCtr="0">
            <a:spAutoFit/>
          </a:bodyPr>
          <a:lstStyle/>
          <a:p>
            <a:pPr marL="0" marR="0" lvl="0" indent="0" algn="r" rtl="0">
              <a:lnSpc>
                <a:spcPct val="100000"/>
              </a:lnSpc>
              <a:spcBef>
                <a:spcPts val="0"/>
              </a:spcBef>
              <a:spcAft>
                <a:spcPts val="0"/>
              </a:spcAft>
              <a:buClr>
                <a:srgbClr val="FFFFFF"/>
              </a:buClr>
              <a:buSzPts val="900"/>
              <a:buFont typeface="Oswald"/>
              <a:buNone/>
            </a:pPr>
            <a:fld id="{00000000-1234-1234-1234-123412341234}" type="slidenum">
              <a:rPr lang="en-US" sz="900" b="1">
                <a:solidFill>
                  <a:srgbClr val="FFFFFF"/>
                </a:solidFill>
                <a:latin typeface="Oswald"/>
                <a:ea typeface="Oswald"/>
                <a:cs typeface="Oswald"/>
                <a:sym typeface="Oswald"/>
              </a:rPr>
              <a:t>6</a:t>
            </a:fld>
            <a:endParaRPr/>
          </a:p>
        </p:txBody>
      </p:sp>
      <p:pic>
        <p:nvPicPr>
          <p:cNvPr id="184" name="Google Shape;184;p4" descr="Beige and Gold Illustrative Happy Dussehra Poster.png"/>
          <p:cNvPicPr preferRelativeResize="0"/>
          <p:nvPr/>
        </p:nvPicPr>
        <p:blipFill rotWithShape="1">
          <a:blip r:embed="rId3">
            <a:alphaModFix/>
          </a:blip>
          <a:srcRect l="35901" t="25948" r="31270" b="48731"/>
          <a:stretch/>
        </p:blipFill>
        <p:spPr>
          <a:xfrm>
            <a:off x="8214759" y="112830"/>
            <a:ext cx="674492" cy="662043"/>
          </a:xfrm>
          <a:prstGeom prst="rect">
            <a:avLst/>
          </a:prstGeom>
          <a:noFill/>
          <a:ln>
            <a:noFill/>
          </a:ln>
        </p:spPr>
      </p:pic>
      <p:sp>
        <p:nvSpPr>
          <p:cNvPr id="185" name="Google Shape;185;p4"/>
          <p:cNvSpPr txBox="1"/>
          <p:nvPr/>
        </p:nvSpPr>
        <p:spPr>
          <a:xfrm>
            <a:off x="8067408" y="711531"/>
            <a:ext cx="969391" cy="306726"/>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sp>
        <p:nvSpPr>
          <p:cNvPr id="186" name="Google Shape;186;p4"/>
          <p:cNvSpPr txBox="1"/>
          <p:nvPr/>
        </p:nvSpPr>
        <p:spPr>
          <a:xfrm>
            <a:off x="415050" y="669725"/>
            <a:ext cx="7934100" cy="4855914"/>
          </a:xfrm>
          <a:prstGeom prst="rect">
            <a:avLst/>
          </a:prstGeom>
          <a:noFill/>
          <a:ln>
            <a:noFill/>
          </a:ln>
        </p:spPr>
        <p:txBody>
          <a:bodyPr spcFirstLastPara="1" wrap="square" lIns="91425" tIns="91425" rIns="91425" bIns="91425" anchor="t" anchorCtr="0">
            <a:spAutoFit/>
          </a:bodyPr>
          <a:lstStyle/>
          <a:p>
            <a:pPr marL="0" lvl="0" indent="0" algn="just" rtl="0">
              <a:lnSpc>
                <a:spcPct val="100000"/>
              </a:lnSpc>
              <a:spcBef>
                <a:spcPts val="1200"/>
              </a:spcBef>
              <a:spcAft>
                <a:spcPts val="0"/>
              </a:spcAft>
              <a:buNone/>
            </a:pPr>
            <a:r>
              <a:rPr lang="en-US" sz="1600" b="1" dirty="0">
                <a:solidFill>
                  <a:schemeClr val="dk1"/>
                </a:solidFill>
              </a:rPr>
              <a:t>Feasibility</a:t>
            </a:r>
            <a:r>
              <a:rPr lang="en-US" sz="1700" b="1" dirty="0">
                <a:solidFill>
                  <a:schemeClr val="dk1"/>
                </a:solidFill>
              </a:rPr>
              <a:t>:</a:t>
            </a:r>
            <a:endParaRPr sz="1700" b="1" dirty="0">
              <a:solidFill>
                <a:schemeClr val="dk1"/>
              </a:solidFill>
            </a:endParaRPr>
          </a:p>
          <a:p>
            <a:pPr marL="0" lvl="0" indent="0" rtl="0">
              <a:lnSpc>
                <a:spcPct val="100000"/>
              </a:lnSpc>
              <a:spcBef>
                <a:spcPts val="1200"/>
              </a:spcBef>
              <a:spcAft>
                <a:spcPts val="0"/>
              </a:spcAft>
              <a:buClr>
                <a:schemeClr val="dk1"/>
              </a:buClr>
              <a:buSzPts val="1100"/>
              <a:buFont typeface="Arial"/>
              <a:buNone/>
            </a:pPr>
            <a:r>
              <a:rPr lang="en-US" sz="1100" b="1" dirty="0">
                <a:solidFill>
                  <a:schemeClr val="dk1"/>
                </a:solidFill>
              </a:rPr>
              <a:t>Technical Feasibility</a:t>
            </a:r>
            <a:r>
              <a:rPr lang="en-US" sz="1100" dirty="0">
                <a:solidFill>
                  <a:schemeClr val="dk1"/>
                </a:solidFill>
              </a:rPr>
              <a:t>:</a:t>
            </a:r>
            <a:br>
              <a:rPr lang="en-US" sz="1100" dirty="0">
                <a:solidFill>
                  <a:schemeClr val="dk1"/>
                </a:solidFill>
              </a:rPr>
            </a:br>
            <a:r>
              <a:rPr lang="en-US" sz="1100" dirty="0">
                <a:solidFill>
                  <a:schemeClr val="dk1"/>
                </a:solidFill>
              </a:rPr>
              <a:t>With a scalable </a:t>
            </a:r>
            <a:r>
              <a:rPr lang="en-US" sz="1100" b="1" dirty="0">
                <a:solidFill>
                  <a:schemeClr val="dk1"/>
                </a:solidFill>
              </a:rPr>
              <a:t>MERN stack</a:t>
            </a:r>
            <a:r>
              <a:rPr lang="en-US" sz="1100" dirty="0">
                <a:solidFill>
                  <a:schemeClr val="dk1"/>
                </a:solidFill>
              </a:rPr>
              <a:t> backend, modular architecture, and user-centric design, the platform is built to handle real-time collaborations effectively. Its robust backend ensures a smooth and bug-free experience for users.</a:t>
            </a:r>
            <a:endParaRPr sz="1100" dirty="0">
              <a:solidFill>
                <a:schemeClr val="dk1"/>
              </a:solidFill>
            </a:endParaRPr>
          </a:p>
          <a:p>
            <a:pPr marL="0" lvl="0" indent="0" rtl="0">
              <a:lnSpc>
                <a:spcPct val="100000"/>
              </a:lnSpc>
              <a:spcBef>
                <a:spcPts val="1200"/>
              </a:spcBef>
              <a:spcAft>
                <a:spcPts val="0"/>
              </a:spcAft>
              <a:buNone/>
            </a:pPr>
            <a:r>
              <a:rPr lang="en-US" sz="1100" b="1" dirty="0">
                <a:solidFill>
                  <a:schemeClr val="dk1"/>
                </a:solidFill>
              </a:rPr>
              <a:t>Implementation Feasibility</a:t>
            </a:r>
            <a:r>
              <a:rPr lang="en-US" sz="1100" dirty="0">
                <a:solidFill>
                  <a:schemeClr val="dk1"/>
                </a:solidFill>
              </a:rPr>
              <a:t>:</a:t>
            </a:r>
            <a:br>
              <a:rPr lang="en-US" sz="1100" dirty="0">
                <a:solidFill>
                  <a:schemeClr val="dk1"/>
                </a:solidFill>
              </a:rPr>
            </a:br>
            <a:r>
              <a:rPr lang="en-US" sz="1100" dirty="0">
                <a:solidFill>
                  <a:schemeClr val="dk1"/>
                </a:solidFill>
              </a:rPr>
              <a:t>The platform's core features, like skill exchange, secure payments, and session management, are already functional. Additional enhancements, such as gamification and advanced analytics, can be seamlessly integrated as part of future updates.</a:t>
            </a:r>
            <a:endParaRPr sz="1600" b="1" dirty="0">
              <a:solidFill>
                <a:schemeClr val="dk1"/>
              </a:solidFill>
            </a:endParaRPr>
          </a:p>
          <a:p>
            <a:pPr marL="0" marR="0" lvl="0" indent="0" algn="just" rtl="0">
              <a:lnSpc>
                <a:spcPct val="100000"/>
              </a:lnSpc>
              <a:spcBef>
                <a:spcPts val="1200"/>
              </a:spcBef>
              <a:spcAft>
                <a:spcPts val="0"/>
              </a:spcAft>
              <a:buClr>
                <a:srgbClr val="000000"/>
              </a:buClr>
              <a:buSzPts val="1700"/>
              <a:buFont typeface="Arial"/>
              <a:buNone/>
            </a:pPr>
            <a:r>
              <a:rPr lang="en-US" sz="1600" b="1" i="0" u="none" strike="noStrike" cap="none" dirty="0">
                <a:solidFill>
                  <a:schemeClr val="dk1"/>
                </a:solidFill>
                <a:latin typeface="Arial"/>
                <a:ea typeface="Arial"/>
                <a:cs typeface="Arial"/>
                <a:sym typeface="Arial"/>
              </a:rPr>
              <a:t>Viability</a:t>
            </a:r>
            <a:r>
              <a:rPr lang="en-US" sz="1700" b="1" i="0" u="none" strike="noStrike" cap="none" dirty="0">
                <a:solidFill>
                  <a:schemeClr val="dk1"/>
                </a:solidFill>
                <a:latin typeface="Arial"/>
                <a:ea typeface="Arial"/>
                <a:cs typeface="Arial"/>
                <a:sym typeface="Arial"/>
              </a:rPr>
              <a:t>:</a:t>
            </a:r>
            <a:endParaRPr sz="1700" b="1" dirty="0">
              <a:solidFill>
                <a:schemeClr val="dk1"/>
              </a:solidFill>
            </a:endParaRPr>
          </a:p>
          <a:p>
            <a:pPr marL="0" lvl="0" indent="0" rtl="0">
              <a:spcBef>
                <a:spcPts val="1200"/>
              </a:spcBef>
              <a:spcAft>
                <a:spcPts val="0"/>
              </a:spcAft>
              <a:buClr>
                <a:schemeClr val="dk1"/>
              </a:buClr>
              <a:buSzPts val="1100"/>
              <a:buFont typeface="Arial"/>
              <a:buNone/>
            </a:pPr>
            <a:r>
              <a:rPr lang="en-US" sz="1100" b="1" dirty="0">
                <a:solidFill>
                  <a:schemeClr val="dk1"/>
                </a:solidFill>
              </a:rPr>
              <a:t>Market Viability</a:t>
            </a:r>
            <a:r>
              <a:rPr lang="en-US" sz="1100" dirty="0">
                <a:solidFill>
                  <a:schemeClr val="dk1"/>
                </a:solidFill>
              </a:rPr>
              <a:t>:</a:t>
            </a:r>
            <a:br>
              <a:rPr lang="en-US" sz="1100" dirty="0">
                <a:solidFill>
                  <a:schemeClr val="dk1"/>
                </a:solidFill>
              </a:rPr>
            </a:br>
            <a:r>
              <a:rPr lang="en-US" sz="1100" dirty="0">
                <a:solidFill>
                  <a:schemeClr val="dk1"/>
                </a:solidFill>
              </a:rPr>
              <a:t>The platform addresses an untapped market of students, researchers, and innovators, providing a unique solution to collaboration and funding challenges.</a:t>
            </a:r>
            <a:endParaRPr sz="1100" dirty="0">
              <a:solidFill>
                <a:schemeClr val="dk1"/>
              </a:solidFill>
            </a:endParaRPr>
          </a:p>
          <a:p>
            <a:pPr marL="0" lvl="0" indent="0" rtl="0">
              <a:spcBef>
                <a:spcPts val="1200"/>
              </a:spcBef>
              <a:spcAft>
                <a:spcPts val="0"/>
              </a:spcAft>
              <a:buClr>
                <a:schemeClr val="dk1"/>
              </a:buClr>
              <a:buSzPts val="1100"/>
              <a:buFont typeface="Arial"/>
              <a:buNone/>
            </a:pPr>
            <a:r>
              <a:rPr lang="en-US" sz="1100" b="1" dirty="0">
                <a:solidFill>
                  <a:schemeClr val="dk1"/>
                </a:solidFill>
              </a:rPr>
              <a:t>Business Viability</a:t>
            </a:r>
            <a:r>
              <a:rPr lang="en-US" sz="1100" dirty="0">
                <a:solidFill>
                  <a:schemeClr val="dk1"/>
                </a:solidFill>
              </a:rPr>
              <a:t>:</a:t>
            </a:r>
            <a:br>
              <a:rPr lang="en-US" sz="1100" dirty="0">
                <a:solidFill>
                  <a:schemeClr val="dk1"/>
                </a:solidFill>
              </a:rPr>
            </a:br>
            <a:r>
              <a:rPr lang="en-US" sz="1100" dirty="0">
                <a:solidFill>
                  <a:schemeClr val="dk1"/>
                </a:solidFill>
              </a:rPr>
              <a:t>Monetization opportunities include </a:t>
            </a:r>
            <a:r>
              <a:rPr lang="en-US" sz="1100" b="1" dirty="0">
                <a:solidFill>
                  <a:schemeClr val="dk1"/>
                </a:solidFill>
              </a:rPr>
              <a:t>commission-based micro-funding transactions</a:t>
            </a:r>
            <a:r>
              <a:rPr lang="en-US" sz="1100" dirty="0">
                <a:solidFill>
                  <a:schemeClr val="dk1"/>
                </a:solidFill>
              </a:rPr>
              <a:t>, </a:t>
            </a:r>
            <a:r>
              <a:rPr lang="en-US" sz="1100" b="1" dirty="0">
                <a:solidFill>
                  <a:schemeClr val="dk1"/>
                </a:solidFill>
              </a:rPr>
              <a:t>premium collaboration tools</a:t>
            </a:r>
            <a:r>
              <a:rPr lang="en-US" sz="1100" dirty="0">
                <a:solidFill>
                  <a:schemeClr val="dk1"/>
                </a:solidFill>
              </a:rPr>
              <a:t>, and sponsorships from educational institutions or brands targeting students.</a:t>
            </a:r>
            <a:endParaRPr sz="1100" dirty="0">
              <a:solidFill>
                <a:schemeClr val="dk1"/>
              </a:solidFill>
            </a:endParaRPr>
          </a:p>
          <a:p>
            <a:pPr marL="0" marR="0" lvl="0" indent="0" algn="l" rtl="0">
              <a:lnSpc>
                <a:spcPct val="100000"/>
              </a:lnSpc>
              <a:spcBef>
                <a:spcPts val="1200"/>
              </a:spcBef>
              <a:spcAft>
                <a:spcPts val="0"/>
              </a:spcAft>
              <a:buClr>
                <a:srgbClr val="000000"/>
              </a:buClr>
              <a:buSzPts val="1700"/>
              <a:buFont typeface="Arial"/>
              <a:buNone/>
            </a:pPr>
            <a:endParaRPr sz="1700" b="1" dirty="0">
              <a:solidFill>
                <a:schemeClr val="dk1"/>
              </a:solidFill>
            </a:endParaRPr>
          </a:p>
          <a:p>
            <a:pPr marL="0" marR="0" lvl="0" indent="0" algn="l" rtl="0">
              <a:lnSpc>
                <a:spcPct val="115000"/>
              </a:lnSpc>
              <a:spcBef>
                <a:spcPts val="1200"/>
              </a:spcBef>
              <a:spcAft>
                <a:spcPts val="1200"/>
              </a:spcAft>
              <a:buClr>
                <a:srgbClr val="000000"/>
              </a:buClr>
              <a:buSzPts val="1700"/>
              <a:buFont typeface="Arial"/>
              <a:buNone/>
            </a:pPr>
            <a:endParaRPr sz="1700" b="1" i="0" u="none" strike="noStrike" cap="none" dirty="0">
              <a:solidFill>
                <a:schemeClr val="dk1"/>
              </a:solidFill>
              <a:latin typeface="Arial"/>
              <a:ea typeface="Arial"/>
              <a:cs typeface="Arial"/>
              <a:sym typeface="Arial"/>
            </a:endParaRPr>
          </a:p>
        </p:txBody>
      </p:sp>
      <p:grpSp>
        <p:nvGrpSpPr>
          <p:cNvPr id="187" name="Google Shape;187;p4"/>
          <p:cNvGrpSpPr/>
          <p:nvPr/>
        </p:nvGrpSpPr>
        <p:grpSpPr>
          <a:xfrm>
            <a:off x="415058" y="103993"/>
            <a:ext cx="1408179" cy="607537"/>
            <a:chOff x="422450" y="64410"/>
            <a:chExt cx="1541858" cy="824562"/>
          </a:xfrm>
        </p:grpSpPr>
        <p:sp>
          <p:nvSpPr>
            <p:cNvPr id="188" name="Google Shape;188;p4"/>
            <p:cNvSpPr/>
            <p:nvPr/>
          </p:nvSpPr>
          <p:spPr>
            <a:xfrm>
              <a:off x="422450" y="64410"/>
              <a:ext cx="12882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189" name="Google Shape;189;p4"/>
            <p:cNvSpPr txBox="1"/>
            <p:nvPr/>
          </p:nvSpPr>
          <p:spPr>
            <a:xfrm>
              <a:off x="528808" y="272772"/>
              <a:ext cx="1435500" cy="6162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endParaRPr sz="600">
                <a:solidFill>
                  <a:schemeClr val="dk1"/>
                </a:solidFill>
              </a:endParaRPr>
            </a:p>
            <a:p>
              <a:pPr marL="0" marR="0" lvl="0" indent="0" algn="ctr" rtl="0">
                <a:lnSpc>
                  <a:spcPct val="100000"/>
                </a:lnSpc>
                <a:spcBef>
                  <a:spcPts val="0"/>
                </a:spcBef>
                <a:spcAft>
                  <a:spcPts val="0"/>
                </a:spcAft>
                <a:buClr>
                  <a:srgbClr val="000000"/>
                </a:buClr>
                <a:buSzPts val="1400"/>
                <a:buFont typeface="Calibri"/>
                <a:buNone/>
              </a:pPr>
              <a:endParaRPr>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5"/>
          <p:cNvSpPr txBox="1"/>
          <p:nvPr/>
        </p:nvSpPr>
        <p:spPr>
          <a:xfrm>
            <a:off x="3520449" y="4800061"/>
            <a:ext cx="2334402" cy="208251"/>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sz="1400" b="0" i="0" u="none" strike="noStrike" cap="none">
              <a:solidFill>
                <a:srgbClr val="000000"/>
              </a:solidFill>
              <a:latin typeface="Arial"/>
              <a:ea typeface="Arial"/>
              <a:cs typeface="Arial"/>
              <a:sym typeface="Arial"/>
            </a:endParaRPr>
          </a:p>
        </p:txBody>
      </p:sp>
      <p:sp>
        <p:nvSpPr>
          <p:cNvPr id="195" name="Google Shape;195;p5"/>
          <p:cNvSpPr/>
          <p:nvPr/>
        </p:nvSpPr>
        <p:spPr>
          <a:xfrm>
            <a:off x="-1" y="4766071"/>
            <a:ext cx="9144001" cy="377430"/>
          </a:xfrm>
          <a:prstGeom prst="rect">
            <a:avLst/>
          </a:prstGeom>
          <a:solidFill>
            <a:srgbClr val="0070C0"/>
          </a:solidFill>
          <a:ln>
            <a:noFill/>
          </a:ln>
          <a:effectLst>
            <a:outerShdw dist="23000" dir="5400000" rotWithShape="0">
              <a:srgbClr val="808080">
                <a:alpha val="34117"/>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196" name="Google Shape;196;p5"/>
          <p:cNvSpPr txBox="1">
            <a:spLocks noGrp="1"/>
          </p:cNvSpPr>
          <p:nvPr>
            <p:ph type="title"/>
          </p:nvPr>
        </p:nvSpPr>
        <p:spPr>
          <a:xfrm>
            <a:off x="412725" y="63555"/>
            <a:ext cx="8229600" cy="857400"/>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000000"/>
              </a:buClr>
              <a:buSzPts val="2700"/>
              <a:buFont typeface="Times New Roman"/>
              <a:buNone/>
            </a:pPr>
            <a:r>
              <a:rPr lang="en-US" sz="2700" b="1">
                <a:latin typeface="Times New Roman"/>
                <a:ea typeface="Times New Roman"/>
                <a:cs typeface="Times New Roman"/>
                <a:sym typeface="Times New Roman"/>
              </a:rPr>
              <a:t>IMPACT AND BENEFITS</a:t>
            </a:r>
            <a:endParaRPr/>
          </a:p>
        </p:txBody>
      </p:sp>
      <p:sp>
        <p:nvSpPr>
          <p:cNvPr id="197" name="Google Shape;197;p5"/>
          <p:cNvSpPr txBox="1">
            <a:spLocks noGrp="1"/>
          </p:cNvSpPr>
          <p:nvPr>
            <p:ph type="sldNum" idx="4294967295"/>
          </p:nvPr>
        </p:nvSpPr>
        <p:spPr>
          <a:xfrm>
            <a:off x="8541981" y="4800061"/>
            <a:ext cx="144820" cy="208251"/>
          </a:xfrm>
          <a:prstGeom prst="rect">
            <a:avLst/>
          </a:prstGeom>
          <a:noFill/>
          <a:ln>
            <a:noFill/>
          </a:ln>
        </p:spPr>
        <p:txBody>
          <a:bodyPr spcFirstLastPara="1" wrap="square" lIns="34275" tIns="34275" rIns="34275" bIns="34275" anchor="ctr" anchorCtr="0">
            <a:spAutoFit/>
          </a:bodyPr>
          <a:lstStyle/>
          <a:p>
            <a:pPr marL="0" marR="0" lvl="0" indent="0" algn="r" rtl="0">
              <a:lnSpc>
                <a:spcPct val="100000"/>
              </a:lnSpc>
              <a:spcBef>
                <a:spcPts val="0"/>
              </a:spcBef>
              <a:spcAft>
                <a:spcPts val="0"/>
              </a:spcAft>
              <a:buClr>
                <a:srgbClr val="FFFFFF"/>
              </a:buClr>
              <a:buSzPts val="900"/>
              <a:buFont typeface="Oswald"/>
              <a:buNone/>
            </a:pPr>
            <a:fld id="{00000000-1234-1234-1234-123412341234}" type="slidenum">
              <a:rPr lang="en-US" sz="900" b="1">
                <a:solidFill>
                  <a:srgbClr val="FFFFFF"/>
                </a:solidFill>
                <a:latin typeface="Oswald"/>
                <a:ea typeface="Oswald"/>
                <a:cs typeface="Oswald"/>
                <a:sym typeface="Oswald"/>
              </a:rPr>
              <a:t>7</a:t>
            </a:fld>
            <a:endParaRPr/>
          </a:p>
        </p:txBody>
      </p:sp>
      <p:pic>
        <p:nvPicPr>
          <p:cNvPr id="198" name="Google Shape;198;p5" descr="Beige and Gold Illustrative Happy Dussehra Poster.png"/>
          <p:cNvPicPr preferRelativeResize="0"/>
          <p:nvPr/>
        </p:nvPicPr>
        <p:blipFill rotWithShape="1">
          <a:blip r:embed="rId3">
            <a:alphaModFix/>
          </a:blip>
          <a:srcRect l="35901" t="25948" r="31270" b="48731"/>
          <a:stretch/>
        </p:blipFill>
        <p:spPr>
          <a:xfrm>
            <a:off x="8214759" y="112830"/>
            <a:ext cx="674495" cy="662041"/>
          </a:xfrm>
          <a:prstGeom prst="rect">
            <a:avLst/>
          </a:prstGeom>
          <a:noFill/>
          <a:ln>
            <a:noFill/>
          </a:ln>
        </p:spPr>
      </p:pic>
      <p:sp>
        <p:nvSpPr>
          <p:cNvPr id="199" name="Google Shape;199;p5"/>
          <p:cNvSpPr txBox="1"/>
          <p:nvPr/>
        </p:nvSpPr>
        <p:spPr>
          <a:xfrm>
            <a:off x="8067408" y="711531"/>
            <a:ext cx="969391" cy="306726"/>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grpSp>
        <p:nvGrpSpPr>
          <p:cNvPr id="200" name="Google Shape;200;p5"/>
          <p:cNvGrpSpPr/>
          <p:nvPr/>
        </p:nvGrpSpPr>
        <p:grpSpPr>
          <a:xfrm>
            <a:off x="249581" y="209626"/>
            <a:ext cx="1158601" cy="565260"/>
            <a:chOff x="295103" y="-16164"/>
            <a:chExt cx="1421771" cy="883218"/>
          </a:xfrm>
        </p:grpSpPr>
        <p:sp>
          <p:nvSpPr>
            <p:cNvPr id="201" name="Google Shape;201;p5"/>
            <p:cNvSpPr/>
            <p:nvPr/>
          </p:nvSpPr>
          <p:spPr>
            <a:xfrm>
              <a:off x="295103" y="-16164"/>
              <a:ext cx="12882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02" name="Google Shape;202;p5"/>
            <p:cNvSpPr txBox="1"/>
            <p:nvPr/>
          </p:nvSpPr>
          <p:spPr>
            <a:xfrm>
              <a:off x="339874" y="157554"/>
              <a:ext cx="1377000" cy="7095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endParaRPr sz="600">
                <a:solidFill>
                  <a:schemeClr val="dk1"/>
                </a:solidFill>
              </a:endParaRPr>
            </a:p>
            <a:p>
              <a:pPr marL="0" marR="0" lvl="0" indent="0" algn="ctr" rtl="0">
                <a:lnSpc>
                  <a:spcPct val="100000"/>
                </a:lnSpc>
                <a:spcBef>
                  <a:spcPts val="0"/>
                </a:spcBef>
                <a:spcAft>
                  <a:spcPts val="0"/>
                </a:spcAft>
                <a:buClr>
                  <a:srgbClr val="000000"/>
                </a:buClr>
                <a:buSzPts val="1400"/>
                <a:buFont typeface="Calibri"/>
                <a:buNone/>
              </a:pPr>
              <a:endParaRPr>
                <a:latin typeface="Calibri"/>
                <a:ea typeface="Calibri"/>
                <a:cs typeface="Calibri"/>
                <a:sym typeface="Calibri"/>
              </a:endParaRPr>
            </a:p>
          </p:txBody>
        </p:sp>
      </p:grpSp>
      <p:sp>
        <p:nvSpPr>
          <p:cNvPr id="203" name="Google Shape;203;p5"/>
          <p:cNvSpPr txBox="1"/>
          <p:nvPr/>
        </p:nvSpPr>
        <p:spPr>
          <a:xfrm>
            <a:off x="550650" y="1131925"/>
            <a:ext cx="7664100" cy="2485800"/>
          </a:xfrm>
          <a:prstGeom prst="rect">
            <a:avLst/>
          </a:prstGeom>
          <a:noFill/>
          <a:ln>
            <a:noFill/>
          </a:ln>
        </p:spPr>
        <p:txBody>
          <a:bodyPr spcFirstLastPara="1" wrap="square" lIns="91425" tIns="91425" rIns="91425" bIns="91425" anchor="t" anchorCtr="0">
            <a:spAutoFit/>
          </a:bodyPr>
          <a:lstStyle/>
          <a:p>
            <a:pPr marL="457200" lvl="0" indent="-311150" algn="l" rtl="0">
              <a:lnSpc>
                <a:spcPct val="150000"/>
              </a:lnSpc>
              <a:spcBef>
                <a:spcPts val="0"/>
              </a:spcBef>
              <a:spcAft>
                <a:spcPts val="0"/>
              </a:spcAft>
              <a:buClr>
                <a:schemeClr val="dk1"/>
              </a:buClr>
              <a:buSzPts val="1300"/>
              <a:buChar char="●"/>
            </a:pPr>
            <a:r>
              <a:rPr lang="en-US" sz="1300">
                <a:solidFill>
                  <a:schemeClr val="dk1"/>
                </a:solidFill>
              </a:rPr>
              <a:t>Encourages </a:t>
            </a:r>
            <a:r>
              <a:rPr lang="en-US" sz="1300" b="1">
                <a:solidFill>
                  <a:schemeClr val="dk1"/>
                </a:solidFill>
              </a:rPr>
              <a:t>cross-disciplinary learning</a:t>
            </a:r>
            <a:r>
              <a:rPr lang="en-US" sz="1300">
                <a:solidFill>
                  <a:schemeClr val="dk1"/>
                </a:solidFill>
              </a:rPr>
              <a:t> and collaboration.</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Makes </a:t>
            </a:r>
            <a:r>
              <a:rPr lang="en-US" sz="1300" b="1">
                <a:solidFill>
                  <a:schemeClr val="dk1"/>
                </a:solidFill>
              </a:rPr>
              <a:t>project-based learning accessible</a:t>
            </a:r>
            <a:r>
              <a:rPr lang="en-US" sz="1300">
                <a:solidFill>
                  <a:schemeClr val="dk1"/>
                </a:solidFill>
              </a:rPr>
              <a:t> for all students.</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Reduces barriers to </a:t>
            </a:r>
            <a:r>
              <a:rPr lang="en-US" sz="1300" b="1">
                <a:solidFill>
                  <a:schemeClr val="dk1"/>
                </a:solidFill>
              </a:rPr>
              <a:t>funding and resource sharing</a:t>
            </a:r>
            <a:r>
              <a:rPr lang="en-US" sz="1300">
                <a:solidFill>
                  <a:schemeClr val="dk1"/>
                </a:solidFill>
              </a:rPr>
              <a:t> for innovative ideas.</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Builds a community of </a:t>
            </a:r>
            <a:r>
              <a:rPr lang="en-US" sz="1300" b="1">
                <a:solidFill>
                  <a:schemeClr val="dk1"/>
                </a:solidFill>
              </a:rPr>
              <a:t>skilled collaborators</a:t>
            </a:r>
            <a:r>
              <a:rPr lang="en-US" sz="1300">
                <a:solidFill>
                  <a:schemeClr val="dk1"/>
                </a:solidFill>
              </a:rPr>
              <a:t>, fostering long-term networking.</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Increases the success rate of student-led projects and startups.</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Promotes a </a:t>
            </a:r>
            <a:r>
              <a:rPr lang="en-US" sz="1300" b="1">
                <a:solidFill>
                  <a:schemeClr val="dk1"/>
                </a:solidFill>
              </a:rPr>
              <a:t>sustainable, skill-driven ecosystem</a:t>
            </a:r>
            <a:r>
              <a:rPr lang="en-US" sz="1300">
                <a:solidFill>
                  <a:schemeClr val="dk1"/>
                </a:solidFill>
              </a:rPr>
              <a:t> for students worldwide.</a:t>
            </a:r>
            <a:endParaRPr sz="1300">
              <a:solidFill>
                <a:schemeClr val="dk1"/>
              </a:solidFill>
            </a:endParaRPr>
          </a:p>
          <a:p>
            <a:pPr marL="457200" lvl="0" indent="-311150" algn="l" rtl="0">
              <a:lnSpc>
                <a:spcPct val="150000"/>
              </a:lnSpc>
              <a:spcBef>
                <a:spcPts val="0"/>
              </a:spcBef>
              <a:spcAft>
                <a:spcPts val="0"/>
              </a:spcAft>
              <a:buClr>
                <a:schemeClr val="dk1"/>
              </a:buClr>
              <a:buSzPts val="1300"/>
              <a:buChar char="●"/>
            </a:pPr>
            <a:r>
              <a:rPr lang="en-US" sz="1300">
                <a:solidFill>
                  <a:schemeClr val="dk1"/>
                </a:solidFill>
              </a:rPr>
              <a:t>Empowers students with a platform that values their skills and creativity.</a:t>
            </a:r>
            <a:endParaRPr sz="1300">
              <a:solidFill>
                <a:schemeClr val="dk1"/>
              </a:solidFill>
            </a:endParaRPr>
          </a:p>
          <a:p>
            <a:pPr marL="0" marR="0" lvl="0" indent="0" algn="l" rtl="0">
              <a:lnSpc>
                <a:spcPct val="115000"/>
              </a:lnSpc>
              <a:spcBef>
                <a:spcPts val="0"/>
              </a:spcBef>
              <a:spcAft>
                <a:spcPts val="0"/>
              </a:spcAft>
              <a:buNone/>
            </a:pPr>
            <a:endParaRPr sz="13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6"/>
          <p:cNvSpPr txBox="1"/>
          <p:nvPr/>
        </p:nvSpPr>
        <p:spPr>
          <a:xfrm>
            <a:off x="3520449" y="4800061"/>
            <a:ext cx="2334402" cy="208251"/>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FFFFFF"/>
              </a:buClr>
              <a:buSzPts val="900"/>
              <a:buFont typeface="Oswald"/>
              <a:buNone/>
            </a:pPr>
            <a:r>
              <a:rPr lang="en-US" sz="900" b="0" i="0" u="none" strike="noStrike" cap="none">
                <a:solidFill>
                  <a:srgbClr val="FFFFFF"/>
                </a:solidFill>
                <a:latin typeface="Oswald"/>
                <a:ea typeface="Oswald"/>
                <a:cs typeface="Oswald"/>
                <a:sym typeface="Oswald"/>
              </a:rPr>
              <a:t>@SIH Idea submission- Template</a:t>
            </a:r>
            <a:endParaRPr sz="1400" b="0" i="0" u="none" strike="noStrike" cap="none">
              <a:solidFill>
                <a:srgbClr val="000000"/>
              </a:solidFill>
              <a:latin typeface="Arial"/>
              <a:ea typeface="Arial"/>
              <a:cs typeface="Arial"/>
              <a:sym typeface="Arial"/>
            </a:endParaRPr>
          </a:p>
        </p:txBody>
      </p:sp>
      <p:sp>
        <p:nvSpPr>
          <p:cNvPr id="209" name="Google Shape;209;p6"/>
          <p:cNvSpPr/>
          <p:nvPr/>
        </p:nvSpPr>
        <p:spPr>
          <a:xfrm>
            <a:off x="-1" y="4766071"/>
            <a:ext cx="9144001" cy="377430"/>
          </a:xfrm>
          <a:prstGeom prst="rect">
            <a:avLst/>
          </a:prstGeom>
          <a:solidFill>
            <a:srgbClr val="0070C0"/>
          </a:solidFill>
          <a:ln>
            <a:noFill/>
          </a:ln>
          <a:effectLst>
            <a:outerShdw dist="23000" dir="5400000" rotWithShape="0">
              <a:srgbClr val="808080">
                <a:alpha val="34117"/>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953734"/>
              </a:buClr>
              <a:buSzPts val="1400"/>
              <a:buFont typeface="Calibri"/>
              <a:buNone/>
            </a:pPr>
            <a:endParaRPr sz="1400" b="0" i="0" u="none" strike="noStrike" cap="none">
              <a:solidFill>
                <a:srgbClr val="953734"/>
              </a:solidFill>
              <a:latin typeface="Calibri"/>
              <a:ea typeface="Calibri"/>
              <a:cs typeface="Calibri"/>
              <a:sym typeface="Calibri"/>
            </a:endParaRPr>
          </a:p>
        </p:txBody>
      </p:sp>
      <p:sp>
        <p:nvSpPr>
          <p:cNvPr id="210" name="Google Shape;210;p6"/>
          <p:cNvSpPr txBox="1">
            <a:spLocks noGrp="1"/>
          </p:cNvSpPr>
          <p:nvPr>
            <p:ph type="title"/>
          </p:nvPr>
        </p:nvSpPr>
        <p:spPr>
          <a:xfrm>
            <a:off x="457200" y="-35720"/>
            <a:ext cx="8229600" cy="857251"/>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000000"/>
              </a:buClr>
              <a:buSzPts val="2700"/>
              <a:buFont typeface="Times New Roman"/>
              <a:buNone/>
            </a:pPr>
            <a:r>
              <a:rPr lang="en-US" sz="2700" b="1">
                <a:latin typeface="Times New Roman"/>
                <a:ea typeface="Times New Roman"/>
                <a:cs typeface="Times New Roman"/>
                <a:sym typeface="Times New Roman"/>
              </a:rPr>
              <a:t>RESEARCH  AND REFERENCES</a:t>
            </a:r>
            <a:endParaRPr/>
          </a:p>
        </p:txBody>
      </p:sp>
      <p:sp>
        <p:nvSpPr>
          <p:cNvPr id="211" name="Google Shape;211;p6"/>
          <p:cNvSpPr txBox="1">
            <a:spLocks noGrp="1"/>
          </p:cNvSpPr>
          <p:nvPr>
            <p:ph type="sldNum" idx="4294967295"/>
          </p:nvPr>
        </p:nvSpPr>
        <p:spPr>
          <a:xfrm>
            <a:off x="8541981" y="4800061"/>
            <a:ext cx="144820" cy="208251"/>
          </a:xfrm>
          <a:prstGeom prst="rect">
            <a:avLst/>
          </a:prstGeom>
          <a:noFill/>
          <a:ln>
            <a:noFill/>
          </a:ln>
        </p:spPr>
        <p:txBody>
          <a:bodyPr spcFirstLastPara="1" wrap="square" lIns="34275" tIns="34275" rIns="34275" bIns="34275" anchor="ctr" anchorCtr="0">
            <a:spAutoFit/>
          </a:bodyPr>
          <a:lstStyle/>
          <a:p>
            <a:pPr marL="0" marR="0" lvl="0" indent="0" algn="r" rtl="0">
              <a:lnSpc>
                <a:spcPct val="100000"/>
              </a:lnSpc>
              <a:spcBef>
                <a:spcPts val="0"/>
              </a:spcBef>
              <a:spcAft>
                <a:spcPts val="0"/>
              </a:spcAft>
              <a:buClr>
                <a:srgbClr val="FFFFFF"/>
              </a:buClr>
              <a:buSzPts val="900"/>
              <a:buFont typeface="Oswald"/>
              <a:buNone/>
            </a:pPr>
            <a:fld id="{00000000-1234-1234-1234-123412341234}" type="slidenum">
              <a:rPr lang="en-US" sz="900" b="1">
                <a:solidFill>
                  <a:srgbClr val="FFFFFF"/>
                </a:solidFill>
                <a:latin typeface="Oswald"/>
                <a:ea typeface="Oswald"/>
                <a:cs typeface="Oswald"/>
                <a:sym typeface="Oswald"/>
              </a:rPr>
              <a:t>8</a:t>
            </a:fld>
            <a:endParaRPr/>
          </a:p>
        </p:txBody>
      </p:sp>
      <p:pic>
        <p:nvPicPr>
          <p:cNvPr id="212" name="Google Shape;212;p6" descr="Beige and Gold Illustrative Happy Dussehra Poster.png"/>
          <p:cNvPicPr preferRelativeResize="0"/>
          <p:nvPr/>
        </p:nvPicPr>
        <p:blipFill rotWithShape="1">
          <a:blip r:embed="rId3">
            <a:alphaModFix/>
          </a:blip>
          <a:srcRect l="35901" t="25948" r="31270" b="48731"/>
          <a:stretch/>
        </p:blipFill>
        <p:spPr>
          <a:xfrm>
            <a:off x="8214759" y="112830"/>
            <a:ext cx="674492" cy="662043"/>
          </a:xfrm>
          <a:prstGeom prst="rect">
            <a:avLst/>
          </a:prstGeom>
          <a:noFill/>
          <a:ln>
            <a:noFill/>
          </a:ln>
        </p:spPr>
      </p:pic>
      <p:sp>
        <p:nvSpPr>
          <p:cNvPr id="213" name="Google Shape;213;p6"/>
          <p:cNvSpPr txBox="1"/>
          <p:nvPr/>
        </p:nvSpPr>
        <p:spPr>
          <a:xfrm>
            <a:off x="8067408" y="711531"/>
            <a:ext cx="969391" cy="306726"/>
          </a:xfrm>
          <a:prstGeom prst="rect">
            <a:avLst/>
          </a:prstGeom>
          <a:noFill/>
          <a:ln>
            <a:noFill/>
          </a:ln>
        </p:spPr>
        <p:txBody>
          <a:bodyPr spcFirstLastPara="1" wrap="square" lIns="34275" tIns="34275" rIns="34275" bIns="34275" anchor="ctr" anchorCtr="0">
            <a:normAutofit/>
          </a:bodyPr>
          <a:lstStyle/>
          <a:p>
            <a:pPr marL="0" marR="0" lvl="0" indent="0" algn="ctr" rtl="0">
              <a:lnSpc>
                <a:spcPct val="100000"/>
              </a:lnSpc>
              <a:spcBef>
                <a:spcPts val="0"/>
              </a:spcBef>
              <a:spcAft>
                <a:spcPts val="0"/>
              </a:spcAft>
              <a:buClr>
                <a:srgbClr val="1F497D"/>
              </a:buClr>
              <a:buSzPts val="952"/>
              <a:buFont typeface="Garamond"/>
              <a:buNone/>
            </a:pPr>
            <a:r>
              <a:rPr lang="en-US" sz="952" b="1" i="0" u="none" strike="noStrike" cap="none">
                <a:solidFill>
                  <a:srgbClr val="1F497D"/>
                </a:solidFill>
                <a:latin typeface="Garamond"/>
                <a:ea typeface="Garamond"/>
                <a:cs typeface="Garamond"/>
                <a:sym typeface="Garamond"/>
              </a:rPr>
              <a:t>FUSION FEST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1F497D"/>
              </a:buClr>
              <a:buSzPts val="748"/>
              <a:buFont typeface="Garamond"/>
              <a:buNone/>
            </a:pPr>
            <a:r>
              <a:rPr lang="en-US" sz="748" b="1" i="0" u="none" strike="noStrike" cap="none">
                <a:solidFill>
                  <a:srgbClr val="1F497D"/>
                </a:solidFill>
                <a:latin typeface="Garamond"/>
                <a:ea typeface="Garamond"/>
                <a:cs typeface="Garamond"/>
                <a:sym typeface="Garamond"/>
              </a:rPr>
              <a:t>HACKATHON</a:t>
            </a:r>
            <a:endParaRPr sz="1400" b="0" i="0" u="none" strike="noStrike" cap="none">
              <a:solidFill>
                <a:srgbClr val="000000"/>
              </a:solidFill>
              <a:latin typeface="Arial"/>
              <a:ea typeface="Arial"/>
              <a:cs typeface="Arial"/>
              <a:sym typeface="Arial"/>
            </a:endParaRPr>
          </a:p>
        </p:txBody>
      </p:sp>
      <p:grpSp>
        <p:nvGrpSpPr>
          <p:cNvPr id="214" name="Google Shape;214;p6"/>
          <p:cNvGrpSpPr/>
          <p:nvPr/>
        </p:nvGrpSpPr>
        <p:grpSpPr>
          <a:xfrm>
            <a:off x="346917" y="233268"/>
            <a:ext cx="1888209" cy="541569"/>
            <a:chOff x="422450" y="165828"/>
            <a:chExt cx="1960146" cy="784200"/>
          </a:xfrm>
        </p:grpSpPr>
        <p:sp>
          <p:nvSpPr>
            <p:cNvPr id="215" name="Google Shape;215;p6"/>
            <p:cNvSpPr/>
            <p:nvPr/>
          </p:nvSpPr>
          <p:spPr>
            <a:xfrm>
              <a:off x="422450" y="165828"/>
              <a:ext cx="1288200" cy="784200"/>
            </a:xfrm>
            <a:prstGeom prst="ellipse">
              <a:avLst/>
            </a:prstGeom>
            <a:solidFill>
              <a:srgbClr val="FFFFFF"/>
            </a:solidFill>
            <a:ln w="25400" cap="flat" cmpd="sng">
              <a:solidFill>
                <a:srgbClr val="8064A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16" name="Google Shape;216;p6"/>
            <p:cNvSpPr txBox="1"/>
            <p:nvPr/>
          </p:nvSpPr>
          <p:spPr>
            <a:xfrm>
              <a:off x="575396" y="351819"/>
              <a:ext cx="1807200" cy="412200"/>
            </a:xfrm>
            <a:prstGeom prst="rect">
              <a:avLst/>
            </a:prstGeom>
            <a:noFill/>
            <a:ln>
              <a:noFill/>
            </a:ln>
          </p:spPr>
          <p:txBody>
            <a:bodyPr spcFirstLastPara="1" wrap="square" lIns="34275" tIns="34275" rIns="34275" bIns="34275" anchor="ctr" anchorCtr="0">
              <a:spAutoFit/>
            </a:bodyPr>
            <a:lstStyle/>
            <a:p>
              <a:pPr marL="0" lvl="0" indent="0" algn="l" rtl="0">
                <a:spcBef>
                  <a:spcPts val="0"/>
                </a:spcBef>
                <a:spcAft>
                  <a:spcPts val="0"/>
                </a:spcAft>
                <a:buClr>
                  <a:schemeClr val="dk1"/>
                </a:buClr>
                <a:buSzPts val="1100"/>
                <a:buFont typeface="Arial"/>
                <a:buNone/>
              </a:pPr>
              <a:r>
                <a:rPr lang="en-US" sz="1100" b="1">
                  <a:solidFill>
                    <a:schemeClr val="dk1"/>
                  </a:solidFill>
                </a:rPr>
                <a:t>Code Phoenix</a:t>
              </a:r>
              <a:r>
                <a:rPr lang="en-US" sz="14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Calibri"/>
                <a:ea typeface="Calibri"/>
                <a:cs typeface="Calibri"/>
                <a:sym typeface="Calibri"/>
              </a:endParaRPr>
            </a:p>
          </p:txBody>
        </p:sp>
      </p:grpSp>
      <p:sp>
        <p:nvSpPr>
          <p:cNvPr id="217" name="Google Shape;217;p6"/>
          <p:cNvSpPr txBox="1"/>
          <p:nvPr/>
        </p:nvSpPr>
        <p:spPr>
          <a:xfrm flipH="1">
            <a:off x="551200" y="986790"/>
            <a:ext cx="7516200" cy="364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500" b="1">
                <a:solidFill>
                  <a:schemeClr val="dk1"/>
                </a:solidFill>
              </a:rPr>
              <a:t>Project Ideation</a:t>
            </a:r>
            <a:r>
              <a:rPr lang="en-US" sz="1500">
                <a:solidFill>
                  <a:schemeClr val="dk1"/>
                </a:solidFill>
              </a:rPr>
              <a:t>: ChatGPT, Gemini.</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Project Structuring and Designing: </a:t>
            </a:r>
            <a:r>
              <a:rPr lang="en-US" sz="1500">
                <a:solidFill>
                  <a:schemeClr val="dk1"/>
                </a:solidFill>
              </a:rPr>
              <a:t>Figma, Canva.</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Collaborating with:</a:t>
            </a:r>
            <a:r>
              <a:rPr lang="en-US" sz="1500">
                <a:solidFill>
                  <a:schemeClr val="dk1"/>
                </a:solidFill>
              </a:rPr>
              <a:t> Notion, GitHub</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Frontend Implementation: </a:t>
            </a:r>
            <a:r>
              <a:rPr lang="en-US" sz="1500" u="sng">
                <a:solidFill>
                  <a:schemeClr val="hlink"/>
                </a:solidFill>
                <a:hlinkClick r:id="rId4"/>
              </a:rPr>
              <a:t>https://react.dev/</a:t>
            </a:r>
            <a:r>
              <a:rPr lang="en-US" sz="1500">
                <a:solidFill>
                  <a:schemeClr val="dk1"/>
                </a:solidFill>
              </a:rPr>
              <a:t>, </a:t>
            </a:r>
            <a:r>
              <a:rPr lang="en-US" sz="1500" u="sng">
                <a:solidFill>
                  <a:schemeClr val="hlink"/>
                </a:solidFill>
                <a:hlinkClick r:id="rId5"/>
              </a:rPr>
              <a:t>https://v3.vitejs.dev/guide/</a:t>
            </a:r>
            <a:r>
              <a:rPr lang="en-US" sz="1500">
                <a:solidFill>
                  <a:schemeClr val="dk1"/>
                </a:solidFill>
              </a:rPr>
              <a:t>, </a:t>
            </a:r>
            <a:r>
              <a:rPr lang="en-US" sz="1500" u="sng">
                <a:solidFill>
                  <a:schemeClr val="hlink"/>
                </a:solidFill>
                <a:hlinkClick r:id="rId6"/>
              </a:rPr>
              <a:t>https://tailwindcss.com/</a:t>
            </a:r>
            <a:r>
              <a:rPr lang="en-US" sz="1500">
                <a:solidFill>
                  <a:schemeClr val="dk1"/>
                </a:solidFill>
              </a:rPr>
              <a:t> </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Backend Implementation:</a:t>
            </a:r>
            <a:r>
              <a:rPr lang="en-US" sz="1500">
                <a:solidFill>
                  <a:schemeClr val="dk1"/>
                </a:solidFill>
              </a:rPr>
              <a:t> </a:t>
            </a:r>
            <a:r>
              <a:rPr lang="en-US" sz="1500" u="sng">
                <a:solidFill>
                  <a:schemeClr val="hlink"/>
                </a:solidFill>
                <a:hlinkClick r:id="rId7"/>
              </a:rPr>
              <a:t>https://expressjs.com/</a:t>
            </a:r>
            <a:r>
              <a:rPr lang="en-US" sz="1500">
                <a:solidFill>
                  <a:schemeClr val="dk1"/>
                </a:solidFill>
              </a:rPr>
              <a:t>, </a:t>
            </a:r>
            <a:r>
              <a:rPr lang="en-US" sz="1500" u="sng">
                <a:solidFill>
                  <a:schemeClr val="hlink"/>
                </a:solidFill>
                <a:hlinkClick r:id="rId8"/>
              </a:rPr>
              <a:t>https://nodejs.org/</a:t>
            </a:r>
            <a:r>
              <a:rPr lang="en-US" sz="1500">
                <a:solidFill>
                  <a:schemeClr val="dk1"/>
                </a:solidFill>
              </a:rPr>
              <a:t>, </a:t>
            </a:r>
            <a:r>
              <a:rPr lang="en-US" sz="1500" u="sng">
                <a:solidFill>
                  <a:schemeClr val="hlink"/>
                </a:solidFill>
                <a:hlinkClick r:id="rId9"/>
              </a:rPr>
              <a:t>https://learning.postman.com/docs/introduction/resources</a:t>
            </a:r>
            <a:r>
              <a:rPr lang="en-US" sz="1500">
                <a:solidFill>
                  <a:schemeClr val="dk1"/>
                </a:solidFill>
              </a:rPr>
              <a:t>/ </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Database Connection: </a:t>
            </a:r>
            <a:r>
              <a:rPr lang="en-US" sz="1500" u="sng">
                <a:solidFill>
                  <a:schemeClr val="hlink"/>
                </a:solidFill>
                <a:hlinkClick r:id="rId10"/>
              </a:rPr>
              <a:t>https://www.mongodb.com/</a:t>
            </a:r>
            <a:r>
              <a:rPr lang="en-US" sz="1500">
                <a:solidFill>
                  <a:schemeClr val="dk1"/>
                </a:solidFill>
              </a:rPr>
              <a:t>, MongoDB Atlas</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Skill Exchange Ecosystem Inspiration:</a:t>
            </a:r>
            <a:r>
              <a:rPr lang="en-US" sz="1500">
                <a:solidFill>
                  <a:schemeClr val="dk1"/>
                </a:solidFill>
              </a:rPr>
              <a:t> Research on community-driven platforms like Skillshare, Fiverr, UpWork, etc.</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Micro-Collaboration Concept</a:t>
            </a:r>
            <a:r>
              <a:rPr lang="en-US" sz="1500">
                <a:solidFill>
                  <a:schemeClr val="dk1"/>
                </a:solidFill>
              </a:rPr>
              <a:t>: Analysis of project management tools like Trello and Slack.</a:t>
            </a:r>
            <a:endParaRPr sz="1500">
              <a:solidFill>
                <a:schemeClr val="dk1"/>
              </a:solidFill>
            </a:endParaRPr>
          </a:p>
          <a:p>
            <a:pPr marL="0" lvl="0" indent="0" algn="l" rtl="0">
              <a:spcBef>
                <a:spcPts val="0"/>
              </a:spcBef>
              <a:spcAft>
                <a:spcPts val="0"/>
              </a:spcAft>
              <a:buClr>
                <a:schemeClr val="dk1"/>
              </a:buClr>
              <a:buSzPts val="1100"/>
              <a:buFont typeface="Arial"/>
              <a:buNone/>
            </a:pPr>
            <a:r>
              <a:rPr lang="en-US" sz="1500" b="1">
                <a:solidFill>
                  <a:schemeClr val="dk1"/>
                </a:solidFill>
              </a:rPr>
              <a:t>Micro-Funding Model</a:t>
            </a:r>
            <a:r>
              <a:rPr lang="en-US" sz="1500">
                <a:solidFill>
                  <a:schemeClr val="dk1"/>
                </a:solidFill>
              </a:rPr>
              <a:t>: Crowdfunding platforms such as GoFundMe, Patreon, BuyMeACoffee, etc.</a:t>
            </a:r>
            <a:endParaRPr sz="150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5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Office PowerPoint</Application>
  <PresentationFormat>On-screen Show (16:9)</PresentationFormat>
  <Paragraphs>94</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Arial</vt:lpstr>
      <vt:lpstr>Times New Roman</vt:lpstr>
      <vt:lpstr>Playfair Display</vt:lpstr>
      <vt:lpstr>Garamond</vt:lpstr>
      <vt:lpstr>Oswald</vt:lpstr>
      <vt:lpstr>Simple Light</vt:lpstr>
      <vt:lpstr>FUSION FEST HACKATHON 2025</vt:lpstr>
      <vt:lpstr>PowerPoint Presentation</vt:lpstr>
      <vt:lpstr>Fusion Fest Hackathon </vt:lpstr>
      <vt:lpstr>PowerPoint Presentation</vt:lpstr>
      <vt:lpstr>TECHNICAL APPROACH</vt:lpstr>
      <vt:lpstr>FEASIBILITY AND VIABILITY</vt:lpstr>
      <vt:lpstr>IMPACT AND BENEFITS</vt:lpstr>
      <vt:lpstr>RESEARCH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Yuvraj gupta</cp:lastModifiedBy>
  <cp:revision>1</cp:revision>
  <dcterms:modified xsi:type="dcterms:W3CDTF">2025-01-09T06:55:22Z</dcterms:modified>
</cp:coreProperties>
</file>